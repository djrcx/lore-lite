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98115e057a477e" /><Relationship Type="http://schemas.openxmlformats.org/officeDocument/2006/relationships/extended-properties" Target="/docProps/app.xml" Id="Ra1d41e5efadf4c7d" /><Relationship Type="http://schemas.openxmlformats.org/officeDocument/2006/relationships/officeDocument" Target="/ppt/presentation.xml" Id="R1bf6e5e203c44e15" /></Relationships>
</file>

<file path=ppt/presentation.xml><?xml version="1.0" encoding="utf-8"?>
<p:presentation xmlns:p="http://schemas.openxmlformats.org/presentationml/2006/main">
  <p:sldMasterIdLst>
    <p:sldMasterId xmlns:r="http://schemas.openxmlformats.org/officeDocument/2006/relationships" id="2147483648" r:id="Reb13e81c4afd4a87"/>
  </p:sldMasterIdLst>
  <p:notesMasterIdLst>
    <p:notesMasterId xmlns:r="http://schemas.openxmlformats.org/officeDocument/2006/relationships" r:id="Rb70238656d1b4f15"/>
  </p:notesMasterIdLst>
  <p:sldIdLst>
    <p:sldId xmlns:r="http://schemas.openxmlformats.org/officeDocument/2006/relationships" id="256" r:id="Rab8087b55ab5433a"/>
    <p:sldId xmlns:r="http://schemas.openxmlformats.org/officeDocument/2006/relationships" id="257" r:id="Reb2fbaff315d4ed6"/>
    <p:sldId xmlns:r="http://schemas.openxmlformats.org/officeDocument/2006/relationships" id="258" r:id="R512e3c537b9a4bc0"/>
    <p:sldId xmlns:r="http://schemas.openxmlformats.org/officeDocument/2006/relationships" id="259" r:id="Re2b9de3a14d44f84"/>
    <p:sldId xmlns:r="http://schemas.openxmlformats.org/officeDocument/2006/relationships" id="260" r:id="Re5dcedf08dbe47ba"/>
    <p:sldId xmlns:r="http://schemas.openxmlformats.org/officeDocument/2006/relationships" id="261" r:id="R591f66e26439462a"/>
    <p:sldId xmlns:r="http://schemas.openxmlformats.org/officeDocument/2006/relationships" id="262" r:id="Rfe3414e11b3b4fb9"/>
    <p:sldId xmlns:r="http://schemas.openxmlformats.org/officeDocument/2006/relationships" id="263" r:id="R9885c6f8ccce41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f97eb80d494e05" /><Relationship Type="http://schemas.openxmlformats.org/officeDocument/2006/relationships/slideMaster" Target="/ppt/slideMasters/slideMaster1.xml" Id="Reb13e81c4afd4a87" /><Relationship Type="http://schemas.openxmlformats.org/officeDocument/2006/relationships/notesMaster" Target="/ppt/notesMasters/notesMaster1.xml" Id="Rb70238656d1b4f15" /><Relationship Type="http://schemas.openxmlformats.org/officeDocument/2006/relationships/presProps" Target="/ppt/presProps.xml" Id="R3b0d25fd61874bd7" /><Relationship Type="http://schemas.openxmlformats.org/officeDocument/2006/relationships/tableStyles" Target="/ppt/tableStyles.xml" Id="R73a3cb8c8b134f93" /><Relationship Type="http://schemas.openxmlformats.org/officeDocument/2006/relationships/slide" Target="/ppt/slides/slide1.xml" Id="Rab8087b55ab5433a" /><Relationship Type="http://schemas.openxmlformats.org/officeDocument/2006/relationships/slide" Target="/ppt/slides/slide2.xml" Id="Reb2fbaff315d4ed6" /><Relationship Type="http://schemas.openxmlformats.org/officeDocument/2006/relationships/slide" Target="/ppt/slides/slide3.xml" Id="R512e3c537b9a4bc0" /><Relationship Type="http://schemas.openxmlformats.org/officeDocument/2006/relationships/slide" Target="/ppt/slides/slide4.xml" Id="Re2b9de3a14d44f84" /><Relationship Type="http://schemas.openxmlformats.org/officeDocument/2006/relationships/slide" Target="/ppt/slides/slide5.xml" Id="Re5dcedf08dbe47ba" /><Relationship Type="http://schemas.openxmlformats.org/officeDocument/2006/relationships/slide" Target="/ppt/slides/slide6.xml" Id="R591f66e26439462a" /><Relationship Type="http://schemas.openxmlformats.org/officeDocument/2006/relationships/slide" Target="/ppt/slides/slide7.xml" Id="Rfe3414e11b3b4fb9" /><Relationship Type="http://schemas.openxmlformats.org/officeDocument/2006/relationships/slide" Target="/ppt/slides/slide8.xml" Id="R9885c6f8ccce41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d3559cd8dd4e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c324b82e9c4526" /><Relationship Type="http://schemas.openxmlformats.org/officeDocument/2006/relationships/notesMaster" Target="/ppt/notesMasters/notesMaster1.xml" Id="R69d169bd9ede47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442186366946ed" /><Relationship Type="http://schemas.openxmlformats.org/officeDocument/2006/relationships/notesMaster" Target="/ppt/notesMasters/notesMaster1.xml" Id="R6d393864dd8441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09a931c0fe445a" /><Relationship Type="http://schemas.openxmlformats.org/officeDocument/2006/relationships/notesMaster" Target="/ppt/notesMasters/notesMaster1.xml" Id="R7939f74b567746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d2813b58c44c47" /><Relationship Type="http://schemas.openxmlformats.org/officeDocument/2006/relationships/notesMaster" Target="/ppt/notesMasters/notesMaster1.xml" Id="R98100ecdcc004f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201f8741ea4718" /><Relationship Type="http://schemas.openxmlformats.org/officeDocument/2006/relationships/notesMaster" Target="/ppt/notesMasters/notesMaster1.xml" Id="Rb9d44ff9876c4a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fd2610a18d4f42" /><Relationship Type="http://schemas.openxmlformats.org/officeDocument/2006/relationships/notesMaster" Target="/ppt/notesMasters/notesMaster1.xml" Id="R908d47ab5a88490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4935c4bb714556" /><Relationship Type="http://schemas.openxmlformats.org/officeDocument/2006/relationships/notesMaster" Target="/ppt/notesMasters/notesMaster1.xml" Id="R544434b4d3234b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f8a1c79cbf4224" /><Relationship Type="http://schemas.openxmlformats.org/officeDocument/2006/relationships/notesMaster" Target="/ppt/notesMasters/notesMaster1.xml" Id="Rb5884b819cc046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“LORE Lite gives AI coding agents a reliable way to use the rules already written in a project. It connects each answer to its source and shows when the evidence is not enough to decide.”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has two statements that answer this question differently. The approved security policy requires parameterized statements. An older backend wiki says raw SQL is fine. A coding agent needs more than search results. It needs to see the source and understand which instruction carries more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user adds Markdown files or a diagram. Gemma extracts candidate rules and can transcribe diagram content. LORE Lite checks the structured response and verifies every quote against the original text or the image transcript. The application then uses the trusted source metadata and local governance rules to evaluate a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“Gemma handles extraction. The application protects the evidence boundary by checking citations against source text. It assigns authority using trusted metadata such as frontmatter or upload settings. Then deterministic code resolves rank conflicts and checks for required evidence. The model does not assign authority or choose the final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raw SQL question, the app returns qualified. The answer is to use parameterized statements. It cites the approved policy, rank four, and shows the lower-ranked wiki entry, rank two, as overridden. The decision receipt makes both the result and its reasoning inspectable.”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CloudBox question returns insufficient evidence. The approved policy requires an assessment report and proof of data residency. The informal note that calls the vendor approved does not contain either record. LORE Lite names the missing items and tells the reviewer what to provide next.”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timeout policies have equal authority and disagree: one says fifteen minutes and the other says thirty. The available metadata cannot break the tie, so the result is conflicting and asks for a human decision. For the logging question, the corpus has no matching source. LORE Lite reports that it does not know rather than making up a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agent receives a clear action alongside the evidence. When the sources support a decision, it proceeds and cites the rule. When required evidence is missing or sources remain in conflict, it asks a person. When no source answers the question, it reports that gap. LORE Lite makes project guidance usable without hiding where it came from.”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7e33f7e51345e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2e1f456788b469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5dab9b0e02a404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fa25d3e84a6408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8a9fbf04ef442b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75fd16a5c7f47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5B7998-8968-40F1-A899-4A154995246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C6EEF39-1A03-4238-9D02-29B4339D9E5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8CC8BB0-2515-4D89-90F7-07CB31756DD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00259C-B7E8-4A3E-B27F-7ED89054E8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2E5B87-813F-4246-B73C-8008D5956FF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F279304-323F-4EC9-B256-8BAEF1661C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EF558E5-2F25-4737-93DE-A9E8152F9B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DD8651D-00ED-4B65-952C-89E06D8E110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659F62-0430-4817-A94D-EA3DFEE480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AE1512-7761-4262-8A04-EBD39DD299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84fc9d7b3e423f" /><Relationship Type="http://schemas.openxmlformats.org/officeDocument/2006/relationships/slideLayout" Target="/ppt/slideLayouts/slideLayout1.xml" Id="Re5659c4d1e0c4665" /><Relationship Type="http://schemas.openxmlformats.org/officeDocument/2006/relationships/slideLayout" Target="/ppt/slideLayouts/slideLayout2.xml" Id="Rec71b58f1a5842b0" /><Relationship Type="http://schemas.openxmlformats.org/officeDocument/2006/relationships/slideLayout" Target="/ppt/slideLayouts/slideLayout3.xml" Id="R875ad4f1954f4569" /><Relationship Type="http://schemas.openxmlformats.org/officeDocument/2006/relationships/slideLayout" Target="/ppt/slideLayouts/slideLayout4.xml" Id="Raaa81947f0f342e5" /><Relationship Type="http://schemas.openxmlformats.org/officeDocument/2006/relationships/slideLayout" Target="/ppt/slideLayouts/slideLayout5.xml" Id="R8f02334e82ee48ce" /><Relationship Type="http://schemas.openxmlformats.org/officeDocument/2006/relationships/slideLayout" Target="/ppt/slideLayouts/slideLayout6.xml" Id="Rb741322b969b45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659c4d1e0c4665"/>
    <p:sldLayoutId xmlns:r="http://schemas.openxmlformats.org/officeDocument/2006/relationships" id="2147483650" r:id="Rec71b58f1a5842b0"/>
    <p:sldLayoutId xmlns:r="http://schemas.openxmlformats.org/officeDocument/2006/relationships" id="2147483651" r:id="R875ad4f1954f4569"/>
    <p:sldLayoutId xmlns:r="http://schemas.openxmlformats.org/officeDocument/2006/relationships" id="2147483652" r:id="Raaa81947f0f342e5"/>
    <p:sldLayoutId xmlns:r="http://schemas.openxmlformats.org/officeDocument/2006/relationships" id="2147483653" r:id="R8f02334e82ee48ce"/>
    <p:sldLayoutId xmlns:r="http://schemas.openxmlformats.org/officeDocument/2006/relationships" id="2147483654" r:id="Rb741322b969b45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4312843a23346ba" /><Relationship Type="http://schemas.openxmlformats.org/officeDocument/2006/relationships/notesSlide" Target="/ppt/notesSlides/notesSlide1.xml" Id="R9cca1dd0e1ac44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c963485ebad4715" /><Relationship Type="http://schemas.openxmlformats.org/officeDocument/2006/relationships/notesSlide" Target="/ppt/notesSlides/notesSlide2.xml" Id="R3a9553b18b1140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35ee246c8d34709" /><Relationship Type="http://schemas.openxmlformats.org/officeDocument/2006/relationships/notesSlide" Target="/ppt/notesSlides/notesSlide3.xml" Id="R677e9361b0cd42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d2c934b2ca44315" /><Relationship Type="http://schemas.openxmlformats.org/officeDocument/2006/relationships/notesSlide" Target="/ppt/notesSlides/notesSlide4.xml" Id="R0722ecb6488946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189b9cb7ff545de" /><Relationship Type="http://schemas.openxmlformats.org/officeDocument/2006/relationships/notesSlide" Target="/ppt/notesSlides/notesSlide5.xml" Id="R4e988ca8934e4d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a7d148173c1476a" /><Relationship Type="http://schemas.openxmlformats.org/officeDocument/2006/relationships/notesSlide" Target="/ppt/notesSlides/notesSlide6.xml" Id="R5c2ea63905624d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436da613f5d46b6" /><Relationship Type="http://schemas.openxmlformats.org/officeDocument/2006/relationships/notesSlide" Target="/ppt/notesSlides/notesSlide7.xml" Id="R73decec21b464b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01928283923409b" /><Relationship Type="http://schemas.openxmlformats.org/officeDocument/2006/relationships/notesSlide" Target="/ppt/notesSlides/notesSlide8.xml" Id="R0685d1eba5f54522" /></Relationships>
</file>

<file path=ppt/slides/slide1.xml><?xml version="1.0" encoding="utf-8"?>
<p:sld xmlns:p="http://schemas.openxmlformats.org/presentationml/2006/main">
  <p:cSld>
    <p:bg>
      <p:bgPr>
        <a:solidFill xmlns:a="http://schemas.openxmlformats.org/drawingml/2006/main">
          <a:srgbClr val="111613"/>
        </a:solidFill>
      </p:bgPr>
    </p:bg>
    <p:spTree>
      <p:nvGrpSpPr>
        <p:cNvPr id="1" name=""/>
        <p:cNvGrpSpPr/>
        <p:nvPr/>
      </p:nvGrpSpPr>
      <p:grpSpPr>
        <a:xfrm xmlns:a="http://schemas.openxmlformats.org/drawingml/2006/main"/>
      </p:grpSpPr>
      <p:sp>
        <p:nvSpPr>
          <p:cNvPr id="6" name="wordmark">
            <a:extLst xmlns:a="http://schemas.openxmlformats.org/drawingml/2006/main">
              <a:ext uri="{FF2B5EF4-FFF2-40B4-BE49-F238E27FC236}">
                <a16:creationId xmlns:a16="http://schemas.microsoft.com/office/drawing/2014/main" id="{FF9552D8-A26B-470A-ACA9-F6EF3B1A444D}"/>
              </a:ext>
            </a:extLst>
          </p:cNvPr>
          <p:cNvSpPr>
            <a:spLocks xmlns:a="http://schemas.openxmlformats.org/drawingml/2006/main" noGrp="1"/>
          </p:cNvSpPr>
          <p:nvPr/>
        </p:nvSpPr>
        <p:spPr>
          <a:xfrm xmlns:a="http://schemas.openxmlformats.org/drawingml/2006/main">
            <a:off x="685800" y="62865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C7F1D8"/>
                </a:solidFill>
                <a:latin typeface="Inter"/>
                <a:ea typeface="Inter"/>
                <a:cs typeface="Inter"/>
              </a:defRPr>
            </a:defPPr>
            <a:lvl1pPr algn="l">
              <a:defRPr sz="1425" b="1">
                <a:solidFill>
                  <a:srgbClr val="C7F1D8"/>
                </a:solidFill>
                <a:latin typeface="Inter"/>
                <a:ea typeface="Inter"/>
                <a:cs typeface="Inter"/>
              </a:defRPr>
            </a:lvl1pPr>
            <a:lvl2pPr algn="l">
              <a:defRPr sz="1425" b="1">
                <a:solidFill>
                  <a:srgbClr val="C7F1D8"/>
                </a:solidFill>
                <a:latin typeface="Inter"/>
                <a:ea typeface="Inter"/>
                <a:cs typeface="Inter"/>
              </a:defRPr>
            </a:lvl2pPr>
            <a:lvl3pPr algn="l">
              <a:defRPr sz="1425" b="1">
                <a:solidFill>
                  <a:srgbClr val="C7F1D8"/>
                </a:solidFill>
                <a:latin typeface="Inter"/>
                <a:ea typeface="Inter"/>
                <a:cs typeface="Inter"/>
              </a:defRPr>
            </a:lvl3pPr>
            <a:lvl4pPr algn="l">
              <a:defRPr sz="1425" b="1">
                <a:solidFill>
                  <a:srgbClr val="C7F1D8"/>
                </a:solidFill>
                <a:latin typeface="Inter"/>
                <a:ea typeface="Inter"/>
                <a:cs typeface="Inter"/>
              </a:defRPr>
            </a:lvl4pPr>
            <a:lvl5pPr algn="l">
              <a:defRPr sz="1425" b="1">
                <a:solidFill>
                  <a:srgbClr val="C7F1D8"/>
                </a:solidFill>
                <a:latin typeface="Inter"/>
                <a:ea typeface="Inter"/>
                <a:cs typeface="Inter"/>
              </a:defRPr>
            </a:lvl5pPr>
            <a:lvl6pPr algn="l">
              <a:defRPr sz="1425" b="1">
                <a:solidFill>
                  <a:srgbClr val="C7F1D8"/>
                </a:solidFill>
                <a:latin typeface="Inter"/>
                <a:ea typeface="Inter"/>
                <a:cs typeface="Inter"/>
              </a:defRPr>
            </a:lvl6pPr>
            <a:lvl7pPr algn="l">
              <a:defRPr sz="1425" b="1">
                <a:solidFill>
                  <a:srgbClr val="C7F1D8"/>
                </a:solidFill>
                <a:latin typeface="Inter"/>
                <a:ea typeface="Inter"/>
                <a:cs typeface="Inter"/>
              </a:defRPr>
            </a:lvl7pPr>
            <a:lvl8pPr algn="l">
              <a:defRPr sz="1425" b="1">
                <a:solidFill>
                  <a:srgbClr val="C7F1D8"/>
                </a:solidFill>
                <a:latin typeface="Inter"/>
                <a:ea typeface="Inter"/>
                <a:cs typeface="Inter"/>
              </a:defRPr>
            </a:lvl8pPr>
            <a:lvl9pPr algn="l">
              <a:defRPr sz="1425" b="1">
                <a:solidFill>
                  <a:srgbClr val="C7F1D8"/>
                </a:solidFill>
                <a:latin typeface="Inter"/>
                <a:ea typeface="Inter"/>
                <a:cs typeface="Inter"/>
              </a:defRPr>
            </a:lvl9pPr>
          </a:lstStyle>
          <a:p xmlns:a="http://schemas.openxmlformats.org/drawingml/2006/main">
            <a:pPr algn="l">
              <a:defRPr sz="1425" b="1">
                <a:solidFill>
                  <a:srgbClr val="C7F1D8"/>
                </a:solidFill>
                <a:latin typeface="Inter"/>
                <a:ea typeface="Inter"/>
                <a:cs typeface="Inter"/>
              </a:defRPr>
            </a:pPr>
            <a:r>
              <a:rPr sz="1425" b="1">
                <a:solidFill>
                  <a:srgbClr val="C7F1D8"/>
                </a:solidFill>
                <a:latin typeface="Inter"/>
                <a:ea typeface="Inter"/>
                <a:cs typeface="Inter"/>
              </a:rPr>
              <a:t>LORE LITE</a:t>
            </a:r>
          </a:p>
        </p:txBody>
      </p:sp>
      <p:sp>
        <p:nvSpPr>
          <p:cNvPr id="2" name="title">
            <a:extLst xmlns:a="http://schemas.openxmlformats.org/drawingml/2006/main">
              <a:ext uri="{FF2B5EF4-FFF2-40B4-BE49-F238E27FC236}">
                <a16:creationId xmlns:a16="http://schemas.microsoft.com/office/drawing/2014/main" id="{BCBF9AC5-74FF-4CFA-BD9E-6ACD81A952A8}"/>
              </a:ext>
            </a:extLst>
          </p:cNvPr>
          <p:cNvSpPr>
            <a:spLocks xmlns:a="http://schemas.openxmlformats.org/drawingml/2006/main" noGrp="1"/>
          </p:cNvSpPr>
          <p:nvPr/>
        </p:nvSpPr>
        <p:spPr>
          <a:xfrm xmlns:a="http://schemas.openxmlformats.org/drawingml/2006/main">
            <a:off x="685800" y="1504950"/>
            <a:ext cx="103822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725" b="1">
                <a:solidFill>
                  <a:srgbClr val="FFFFFF"/>
                </a:solidFill>
                <a:latin typeface="Inter"/>
                <a:ea typeface="Inter"/>
                <a:cs typeface="Inter"/>
              </a:defRPr>
            </a:defPPr>
            <a:lvl1pPr algn="l">
              <a:defRPr sz="4725" b="1">
                <a:solidFill>
                  <a:srgbClr val="FFFFFF"/>
                </a:solidFill>
                <a:latin typeface="Inter"/>
                <a:ea typeface="Inter"/>
                <a:cs typeface="Inter"/>
              </a:defRPr>
            </a:lvl1pPr>
            <a:lvl2pPr algn="l">
              <a:defRPr sz="4725" b="1">
                <a:solidFill>
                  <a:srgbClr val="FFFFFF"/>
                </a:solidFill>
                <a:latin typeface="Inter"/>
                <a:ea typeface="Inter"/>
                <a:cs typeface="Inter"/>
              </a:defRPr>
            </a:lvl2pPr>
            <a:lvl3pPr algn="l">
              <a:defRPr sz="4725" b="1">
                <a:solidFill>
                  <a:srgbClr val="FFFFFF"/>
                </a:solidFill>
                <a:latin typeface="Inter"/>
                <a:ea typeface="Inter"/>
                <a:cs typeface="Inter"/>
              </a:defRPr>
            </a:lvl3pPr>
            <a:lvl4pPr algn="l">
              <a:defRPr sz="4725" b="1">
                <a:solidFill>
                  <a:srgbClr val="FFFFFF"/>
                </a:solidFill>
                <a:latin typeface="Inter"/>
                <a:ea typeface="Inter"/>
                <a:cs typeface="Inter"/>
              </a:defRPr>
            </a:lvl4pPr>
            <a:lvl5pPr algn="l">
              <a:defRPr sz="4725" b="1">
                <a:solidFill>
                  <a:srgbClr val="FFFFFF"/>
                </a:solidFill>
                <a:latin typeface="Inter"/>
                <a:ea typeface="Inter"/>
                <a:cs typeface="Inter"/>
              </a:defRPr>
            </a:lvl5pPr>
            <a:lvl6pPr algn="l">
              <a:defRPr sz="4725" b="1">
                <a:solidFill>
                  <a:srgbClr val="FFFFFF"/>
                </a:solidFill>
                <a:latin typeface="Inter"/>
                <a:ea typeface="Inter"/>
                <a:cs typeface="Inter"/>
              </a:defRPr>
            </a:lvl6pPr>
            <a:lvl7pPr algn="l">
              <a:defRPr sz="4725" b="1">
                <a:solidFill>
                  <a:srgbClr val="FFFFFF"/>
                </a:solidFill>
                <a:latin typeface="Inter"/>
                <a:ea typeface="Inter"/>
                <a:cs typeface="Inter"/>
              </a:defRPr>
            </a:lvl7pPr>
            <a:lvl8pPr algn="l">
              <a:defRPr sz="4725" b="1">
                <a:solidFill>
                  <a:srgbClr val="FFFFFF"/>
                </a:solidFill>
                <a:latin typeface="Inter"/>
                <a:ea typeface="Inter"/>
                <a:cs typeface="Inter"/>
              </a:defRPr>
            </a:lvl8pPr>
            <a:lvl9pPr algn="l">
              <a:defRPr sz="4725" b="1">
                <a:solidFill>
                  <a:srgbClr val="FFFFFF"/>
                </a:solidFill>
                <a:latin typeface="Inter"/>
                <a:ea typeface="Inter"/>
                <a:cs typeface="Inter"/>
              </a:defRPr>
            </a:lvl9pPr>
          </a:lstStyle>
          <a:p xmlns:a="http://schemas.openxmlformats.org/drawingml/2006/main">
            <a:pPr algn="l">
              <a:defRPr sz="4725" b="1">
                <a:solidFill>
                  <a:srgbClr val="FFFFFF"/>
                </a:solidFill>
                <a:latin typeface="Inter"/>
                <a:ea typeface="Inter"/>
                <a:cs typeface="Inter"/>
              </a:defRPr>
            </a:pPr>
            <a:r>
              <a:rPr sz="4725" b="1">
                <a:solidFill>
                  <a:srgbClr val="FFFFFF"/>
                </a:solidFill>
                <a:latin typeface="Inter"/>
                <a:ea typeface="Inter"/>
                <a:cs typeface="Inter"/>
              </a:rPr>
              <a:t>Project rules,</a:t>
            </a:r>
          </a:p>
          <a:p xmlns:a="http://schemas.openxmlformats.org/drawingml/2006/main">
            <a:pPr algn="l">
              <a:defRPr sz="4725" b="1">
                <a:solidFill>
                  <a:srgbClr val="FFFFFF"/>
                </a:solidFill>
                <a:latin typeface="Inter"/>
                <a:ea typeface="Inter"/>
                <a:cs typeface="Inter"/>
              </a:defRPr>
            </a:pPr>
            <a:r>
              <a:rPr sz="4725" b="1">
                <a:solidFill>
                  <a:srgbClr val="FFFFFF"/>
                </a:solidFill>
                <a:latin typeface="Inter"/>
                <a:ea typeface="Inter"/>
                <a:cs typeface="Inter"/>
              </a:rPr>
              <a:t>with receipts.</a:t>
            </a:r>
          </a:p>
        </p:txBody>
      </p:sp>
      <p:sp>
        <p:nvSpPr>
          <p:cNvPr id="3" name="title-accent">
            <a:extLst xmlns:a="http://schemas.openxmlformats.org/drawingml/2006/main">
              <a:ext uri="{FF2B5EF4-FFF2-40B4-BE49-F238E27FC236}">
                <a16:creationId xmlns:a16="http://schemas.microsoft.com/office/drawing/2014/main" id="{9B190400-70DD-492C-A6C6-5B582091AAAD}"/>
              </a:ext>
            </a:extLst>
          </p:cNvPr>
          <p:cNvSpPr>
            <a:spLocks xmlns:a="http://schemas.openxmlformats.org/drawingml/2006/main" noGrp="1"/>
          </p:cNvSpPr>
          <p:nvPr/>
        </p:nvSpPr>
        <p:spPr>
          <a:xfrm xmlns:a="http://schemas.openxmlformats.org/drawingml/2006/main">
            <a:off x="685800" y="3638550"/>
            <a:ext cx="1619250" cy="47625"/>
          </a:xfrm>
          <a:prstGeom xmlns:a="http://schemas.openxmlformats.org/drawingml/2006/main" prst="rect">
            <a:avLst/>
          </a:prstGeom>
          <a:solidFill xmlns:a="http://schemas.openxmlformats.org/drawingml/2006/main">
            <a:srgbClr val="087443"/>
          </a:solidFill>
          <a:ln xmlns:a="http://schemas.openxmlformats.org/drawingml/2006/main" w="0">
            <a:noFill/>
            <a:prstDash val="solid"/>
          </a:ln>
        </p:spPr>
      </p:sp>
      <p:sp>
        <p:nvSpPr>
          <p:cNvPr id="4" name="subtitle">
            <a:extLst xmlns:a="http://schemas.openxmlformats.org/drawingml/2006/main">
              <a:ext uri="{FF2B5EF4-FFF2-40B4-BE49-F238E27FC236}">
                <a16:creationId xmlns:a16="http://schemas.microsoft.com/office/drawing/2014/main" id="{904CDB3A-2E23-46F3-8A63-17724357C668}"/>
              </a:ext>
            </a:extLst>
          </p:cNvPr>
          <p:cNvSpPr>
            <a:spLocks xmlns:a="http://schemas.openxmlformats.org/drawingml/2006/main" noGrp="1"/>
          </p:cNvSpPr>
          <p:nvPr/>
        </p:nvSpPr>
        <p:spPr>
          <a:xfrm xmlns:a="http://schemas.openxmlformats.org/drawingml/2006/main">
            <a:off x="685800" y="396240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0">
                <a:solidFill>
                  <a:srgbClr val="DDE4DF"/>
                </a:solidFill>
                <a:latin typeface="Inter"/>
                <a:ea typeface="Inter"/>
                <a:cs typeface="Inter"/>
              </a:defRPr>
            </a:defPPr>
            <a:lvl1pPr algn="l">
              <a:defRPr sz="2100" b="0">
                <a:solidFill>
                  <a:srgbClr val="DDE4DF"/>
                </a:solidFill>
                <a:latin typeface="Inter"/>
                <a:ea typeface="Inter"/>
                <a:cs typeface="Inter"/>
              </a:defRPr>
            </a:lvl1pPr>
            <a:lvl2pPr algn="l">
              <a:defRPr sz="2100" b="0">
                <a:solidFill>
                  <a:srgbClr val="DDE4DF"/>
                </a:solidFill>
                <a:latin typeface="Inter"/>
                <a:ea typeface="Inter"/>
                <a:cs typeface="Inter"/>
              </a:defRPr>
            </a:lvl2pPr>
            <a:lvl3pPr algn="l">
              <a:defRPr sz="2100" b="0">
                <a:solidFill>
                  <a:srgbClr val="DDE4DF"/>
                </a:solidFill>
                <a:latin typeface="Inter"/>
                <a:ea typeface="Inter"/>
                <a:cs typeface="Inter"/>
              </a:defRPr>
            </a:lvl3pPr>
            <a:lvl4pPr algn="l">
              <a:defRPr sz="2100" b="0">
                <a:solidFill>
                  <a:srgbClr val="DDE4DF"/>
                </a:solidFill>
                <a:latin typeface="Inter"/>
                <a:ea typeface="Inter"/>
                <a:cs typeface="Inter"/>
              </a:defRPr>
            </a:lvl4pPr>
            <a:lvl5pPr algn="l">
              <a:defRPr sz="2100" b="0">
                <a:solidFill>
                  <a:srgbClr val="DDE4DF"/>
                </a:solidFill>
                <a:latin typeface="Inter"/>
                <a:ea typeface="Inter"/>
                <a:cs typeface="Inter"/>
              </a:defRPr>
            </a:lvl5pPr>
            <a:lvl6pPr algn="l">
              <a:defRPr sz="2100" b="0">
                <a:solidFill>
                  <a:srgbClr val="DDE4DF"/>
                </a:solidFill>
                <a:latin typeface="Inter"/>
                <a:ea typeface="Inter"/>
                <a:cs typeface="Inter"/>
              </a:defRPr>
            </a:lvl6pPr>
            <a:lvl7pPr algn="l">
              <a:defRPr sz="2100" b="0">
                <a:solidFill>
                  <a:srgbClr val="DDE4DF"/>
                </a:solidFill>
                <a:latin typeface="Inter"/>
                <a:ea typeface="Inter"/>
                <a:cs typeface="Inter"/>
              </a:defRPr>
            </a:lvl7pPr>
            <a:lvl8pPr algn="l">
              <a:defRPr sz="2100" b="0">
                <a:solidFill>
                  <a:srgbClr val="DDE4DF"/>
                </a:solidFill>
                <a:latin typeface="Inter"/>
                <a:ea typeface="Inter"/>
                <a:cs typeface="Inter"/>
              </a:defRPr>
            </a:lvl8pPr>
            <a:lvl9pPr algn="l">
              <a:defRPr sz="2100" b="0">
                <a:solidFill>
                  <a:srgbClr val="DDE4DF"/>
                </a:solidFill>
                <a:latin typeface="Inter"/>
                <a:ea typeface="Inter"/>
                <a:cs typeface="Inter"/>
              </a:defRPr>
            </a:lvl9pPr>
          </a:lstStyle>
          <a:p xmlns:a="http://schemas.openxmlformats.org/drawingml/2006/main">
            <a:pPr algn="l">
              <a:defRPr sz="2100" b="0">
                <a:solidFill>
                  <a:srgbClr val="DDE4DF"/>
                </a:solidFill>
                <a:latin typeface="Inter"/>
                <a:ea typeface="Inter"/>
                <a:cs typeface="Inter"/>
              </a:defRPr>
            </a:pPr>
            <a:r>
              <a:rPr sz="2100" b="0">
                <a:solidFill>
                  <a:srgbClr val="DDE4DF"/>
                </a:solidFill>
                <a:latin typeface="Inter"/>
                <a:ea typeface="Inter"/>
                <a:cs typeface="Inter"/>
              </a:rPr>
              <a:t>A governance layer for AI coding agents</a:t>
            </a:r>
          </a:p>
        </p:txBody>
      </p:sp>
      <p:sp>
        <p:nvSpPr>
          <p:cNvPr id="5" name="thesis">
            <a:extLst xmlns:a="http://schemas.openxmlformats.org/drawingml/2006/main">
              <a:ext uri="{FF2B5EF4-FFF2-40B4-BE49-F238E27FC236}">
                <a16:creationId xmlns:a16="http://schemas.microsoft.com/office/drawing/2014/main" id="{0FF9F1EB-6183-47F1-8F20-F9E60E676F1B}"/>
              </a:ext>
            </a:extLst>
          </p:cNvPr>
          <p:cNvSpPr>
            <a:spLocks xmlns:a="http://schemas.openxmlformats.org/drawingml/2006/main" noGrp="1"/>
          </p:cNvSpPr>
          <p:nvPr/>
        </p:nvSpPr>
        <p:spPr>
          <a:xfrm xmlns:a="http://schemas.openxmlformats.org/drawingml/2006/main">
            <a:off x="685800" y="5400675"/>
            <a:ext cx="1019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C7F1D8"/>
                </a:solidFill>
                <a:latin typeface="Inter"/>
                <a:ea typeface="Inter"/>
                <a:cs typeface="Inter"/>
              </a:defRPr>
            </a:defPPr>
            <a:lvl1pPr algn="l">
              <a:defRPr sz="1575" b="1">
                <a:solidFill>
                  <a:srgbClr val="C7F1D8"/>
                </a:solidFill>
                <a:latin typeface="Inter"/>
                <a:ea typeface="Inter"/>
                <a:cs typeface="Inter"/>
              </a:defRPr>
            </a:lvl1pPr>
            <a:lvl2pPr algn="l">
              <a:defRPr sz="1575" b="1">
                <a:solidFill>
                  <a:srgbClr val="C7F1D8"/>
                </a:solidFill>
                <a:latin typeface="Inter"/>
                <a:ea typeface="Inter"/>
                <a:cs typeface="Inter"/>
              </a:defRPr>
            </a:lvl2pPr>
            <a:lvl3pPr algn="l">
              <a:defRPr sz="1575" b="1">
                <a:solidFill>
                  <a:srgbClr val="C7F1D8"/>
                </a:solidFill>
                <a:latin typeface="Inter"/>
                <a:ea typeface="Inter"/>
                <a:cs typeface="Inter"/>
              </a:defRPr>
            </a:lvl3pPr>
            <a:lvl4pPr algn="l">
              <a:defRPr sz="1575" b="1">
                <a:solidFill>
                  <a:srgbClr val="C7F1D8"/>
                </a:solidFill>
                <a:latin typeface="Inter"/>
                <a:ea typeface="Inter"/>
                <a:cs typeface="Inter"/>
              </a:defRPr>
            </a:lvl4pPr>
            <a:lvl5pPr algn="l">
              <a:defRPr sz="1575" b="1">
                <a:solidFill>
                  <a:srgbClr val="C7F1D8"/>
                </a:solidFill>
                <a:latin typeface="Inter"/>
                <a:ea typeface="Inter"/>
                <a:cs typeface="Inter"/>
              </a:defRPr>
            </a:lvl5pPr>
            <a:lvl6pPr algn="l">
              <a:defRPr sz="1575" b="1">
                <a:solidFill>
                  <a:srgbClr val="C7F1D8"/>
                </a:solidFill>
                <a:latin typeface="Inter"/>
                <a:ea typeface="Inter"/>
                <a:cs typeface="Inter"/>
              </a:defRPr>
            </a:lvl6pPr>
            <a:lvl7pPr algn="l">
              <a:defRPr sz="1575" b="1">
                <a:solidFill>
                  <a:srgbClr val="C7F1D8"/>
                </a:solidFill>
                <a:latin typeface="Inter"/>
                <a:ea typeface="Inter"/>
                <a:cs typeface="Inter"/>
              </a:defRPr>
            </a:lvl7pPr>
            <a:lvl8pPr algn="l">
              <a:defRPr sz="1575" b="1">
                <a:solidFill>
                  <a:srgbClr val="C7F1D8"/>
                </a:solidFill>
                <a:latin typeface="Inter"/>
                <a:ea typeface="Inter"/>
                <a:cs typeface="Inter"/>
              </a:defRPr>
            </a:lvl8pPr>
            <a:lvl9pPr algn="l">
              <a:defRPr sz="1575" b="1">
                <a:solidFill>
                  <a:srgbClr val="C7F1D8"/>
                </a:solidFill>
                <a:latin typeface="Inter"/>
                <a:ea typeface="Inter"/>
                <a:cs typeface="Inter"/>
              </a:defRPr>
            </a:lvl9pPr>
          </a:lstStyle>
          <a:p xmlns:a="http://schemas.openxmlformats.org/drawingml/2006/main">
            <a:pPr algn="l">
              <a:defRPr sz="1575" b="1">
                <a:solidFill>
                  <a:srgbClr val="C7F1D8"/>
                </a:solidFill>
                <a:latin typeface="Inter"/>
                <a:ea typeface="Inter"/>
                <a:cs typeface="Inter"/>
              </a:defRPr>
            </a:pPr>
            <a:r>
              <a:rPr sz="1575" b="1">
                <a:solidFill>
                  <a:srgbClr val="C7F1D8"/>
                </a:solidFill>
                <a:latin typeface="Inter"/>
                <a:ea typeface="Inter"/>
                <a:cs typeface="Inter"/>
              </a:rPr>
              <a:t>Cited answers when rules agree. A clear pause when they do not.</a:t>
            </a:r>
          </a:p>
        </p:txBody>
      </p:sp>
    </p:spTree>
    <p:extLst>
      <p:ext uri="{BB962C8B-B14F-4D97-AF65-F5344CB8AC3E}">
        <p14:creationId xmlns:p14="http://schemas.microsoft.com/office/powerpoint/2010/main" val="1274826961"/>
      </p:ext>
    </p:extLst>
  </p:cSld>
</p:sld>
</file>

<file path=ppt/slides/slide2.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AA948B0C-D033-439A-8949-DD90E4FE4204}"/>
              </a:ext>
            </a:extLst>
          </p:cNvPr>
          <p:cNvSpPr>
            <a:spLocks xmlns:a="http://schemas.openxmlformats.org/drawingml/2006/main" noGrp="1"/>
          </p:cNvSpPr>
          <p:nvPr/>
        </p:nvSpPr>
        <p:spPr>
          <a:xfrm xmlns:a="http://schemas.openxmlformats.org/drawingml/2006/main">
            <a:off x="647700" y="3619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087443"/>
                </a:solidFill>
                <a:latin typeface="Inter"/>
                <a:ea typeface="Inter"/>
                <a:cs typeface="Inter"/>
              </a:defRPr>
            </a:defPPr>
            <a:lvl1pPr algn="l">
              <a:defRPr sz="1050" b="1">
                <a:solidFill>
                  <a:srgbClr val="087443"/>
                </a:solidFill>
                <a:latin typeface="Inter"/>
                <a:ea typeface="Inter"/>
                <a:cs typeface="Inter"/>
              </a:defRPr>
            </a:lvl1pPr>
            <a:lvl2pPr algn="l">
              <a:defRPr sz="1050" b="1">
                <a:solidFill>
                  <a:srgbClr val="087443"/>
                </a:solidFill>
                <a:latin typeface="Inter"/>
                <a:ea typeface="Inter"/>
                <a:cs typeface="Inter"/>
              </a:defRPr>
            </a:lvl2pPr>
            <a:lvl3pPr algn="l">
              <a:defRPr sz="1050" b="1">
                <a:solidFill>
                  <a:srgbClr val="087443"/>
                </a:solidFill>
                <a:latin typeface="Inter"/>
                <a:ea typeface="Inter"/>
                <a:cs typeface="Inter"/>
              </a:defRPr>
            </a:lvl3pPr>
            <a:lvl4pPr algn="l">
              <a:defRPr sz="1050" b="1">
                <a:solidFill>
                  <a:srgbClr val="087443"/>
                </a:solidFill>
                <a:latin typeface="Inter"/>
                <a:ea typeface="Inter"/>
                <a:cs typeface="Inter"/>
              </a:defRPr>
            </a:lvl4pPr>
            <a:lvl5pPr algn="l">
              <a:defRPr sz="1050" b="1">
                <a:solidFill>
                  <a:srgbClr val="087443"/>
                </a:solidFill>
                <a:latin typeface="Inter"/>
                <a:ea typeface="Inter"/>
                <a:cs typeface="Inter"/>
              </a:defRPr>
            </a:lvl5pPr>
            <a:lvl6pPr algn="l">
              <a:defRPr sz="1050" b="1">
                <a:solidFill>
                  <a:srgbClr val="087443"/>
                </a:solidFill>
                <a:latin typeface="Inter"/>
                <a:ea typeface="Inter"/>
                <a:cs typeface="Inter"/>
              </a:defRPr>
            </a:lvl6pPr>
            <a:lvl7pPr algn="l">
              <a:defRPr sz="1050" b="1">
                <a:solidFill>
                  <a:srgbClr val="087443"/>
                </a:solidFill>
                <a:latin typeface="Inter"/>
                <a:ea typeface="Inter"/>
                <a:cs typeface="Inter"/>
              </a:defRPr>
            </a:lvl7pPr>
            <a:lvl8pPr algn="l">
              <a:defRPr sz="1050" b="1">
                <a:solidFill>
                  <a:srgbClr val="087443"/>
                </a:solidFill>
                <a:latin typeface="Inter"/>
                <a:ea typeface="Inter"/>
                <a:cs typeface="Inter"/>
              </a:defRPr>
            </a:lvl8pPr>
            <a:lvl9pPr algn="l">
              <a:defRPr sz="1050" b="1">
                <a:solidFill>
                  <a:srgbClr val="087443"/>
                </a:solidFill>
                <a:latin typeface="Inter"/>
                <a:ea typeface="Inter"/>
                <a:cs typeface="Inter"/>
              </a:defRPr>
            </a:lvl9pPr>
          </a:lstStyle>
          <a:p xmlns:a="http://schemas.openxmlformats.org/drawingml/2006/main">
            <a:pPr algn="l">
              <a:defRPr sz="1050" b="1">
                <a:solidFill>
                  <a:srgbClr val="087443"/>
                </a:solidFill>
                <a:latin typeface="Inter"/>
                <a:ea typeface="Inter"/>
                <a:cs typeface="Inter"/>
              </a:defRPr>
            </a:pPr>
            <a:r>
              <a:rPr sz="1050" b="1">
                <a:solidFill>
                  <a:srgbClr val="087443"/>
                </a:solidFill>
                <a:latin typeface="Inter"/>
                <a:ea typeface="Inter"/>
                <a:cs typeface="Inter"/>
              </a:rPr>
              <a:t>THE PROBLEM</a:t>
            </a:r>
          </a:p>
        </p:txBody>
      </p:sp>
      <p:sp>
        <p:nvSpPr>
          <p:cNvPr id="2" name="slide-number">
            <a:extLst xmlns:a="http://schemas.openxmlformats.org/drawingml/2006/main">
              <a:ext uri="{FF2B5EF4-FFF2-40B4-BE49-F238E27FC236}">
                <a16:creationId xmlns:a16="http://schemas.microsoft.com/office/drawing/2014/main" id="{F68631DA-3F09-4FEF-85E0-736475DF8F5E}"/>
              </a:ext>
            </a:extLst>
          </p:cNvPr>
          <p:cNvSpPr>
            <a:spLocks xmlns:a="http://schemas.openxmlformats.org/drawingml/2006/main" noGrp="1"/>
          </p:cNvSpPr>
          <p:nvPr/>
        </p:nvSpPr>
        <p:spPr>
          <a:xfrm xmlns:a="http://schemas.openxmlformats.org/drawingml/2006/main">
            <a:off x="10972800" y="3619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a:solidFill>
                  <a:srgbClr val="707772"/>
                </a:solidFill>
                <a:latin typeface="Inter"/>
                <a:ea typeface="Inter"/>
                <a:cs typeface="Inter"/>
              </a:defRPr>
            </a:defPPr>
            <a:lvl1pPr algn="r">
              <a:defRPr sz="1050" b="1">
                <a:solidFill>
                  <a:srgbClr val="707772"/>
                </a:solidFill>
                <a:latin typeface="Inter"/>
                <a:ea typeface="Inter"/>
                <a:cs typeface="Inter"/>
              </a:defRPr>
            </a:lvl1pPr>
            <a:lvl2pPr algn="r">
              <a:defRPr sz="1050" b="1">
                <a:solidFill>
                  <a:srgbClr val="707772"/>
                </a:solidFill>
                <a:latin typeface="Inter"/>
                <a:ea typeface="Inter"/>
                <a:cs typeface="Inter"/>
              </a:defRPr>
            </a:lvl2pPr>
            <a:lvl3pPr algn="r">
              <a:defRPr sz="1050" b="1">
                <a:solidFill>
                  <a:srgbClr val="707772"/>
                </a:solidFill>
                <a:latin typeface="Inter"/>
                <a:ea typeface="Inter"/>
                <a:cs typeface="Inter"/>
              </a:defRPr>
            </a:lvl3pPr>
            <a:lvl4pPr algn="r">
              <a:defRPr sz="1050" b="1">
                <a:solidFill>
                  <a:srgbClr val="707772"/>
                </a:solidFill>
                <a:latin typeface="Inter"/>
                <a:ea typeface="Inter"/>
                <a:cs typeface="Inter"/>
              </a:defRPr>
            </a:lvl4pPr>
            <a:lvl5pPr algn="r">
              <a:defRPr sz="1050" b="1">
                <a:solidFill>
                  <a:srgbClr val="707772"/>
                </a:solidFill>
                <a:latin typeface="Inter"/>
                <a:ea typeface="Inter"/>
                <a:cs typeface="Inter"/>
              </a:defRPr>
            </a:lvl5pPr>
            <a:lvl6pPr algn="r">
              <a:defRPr sz="1050" b="1">
                <a:solidFill>
                  <a:srgbClr val="707772"/>
                </a:solidFill>
                <a:latin typeface="Inter"/>
                <a:ea typeface="Inter"/>
                <a:cs typeface="Inter"/>
              </a:defRPr>
            </a:lvl6pPr>
            <a:lvl7pPr algn="r">
              <a:defRPr sz="1050" b="1">
                <a:solidFill>
                  <a:srgbClr val="707772"/>
                </a:solidFill>
                <a:latin typeface="Inter"/>
                <a:ea typeface="Inter"/>
                <a:cs typeface="Inter"/>
              </a:defRPr>
            </a:lvl7pPr>
            <a:lvl8pPr algn="r">
              <a:defRPr sz="1050" b="1">
                <a:solidFill>
                  <a:srgbClr val="707772"/>
                </a:solidFill>
                <a:latin typeface="Inter"/>
                <a:ea typeface="Inter"/>
                <a:cs typeface="Inter"/>
              </a:defRPr>
            </a:lvl8pPr>
            <a:lvl9pPr algn="r">
              <a:defRPr sz="1050" b="1">
                <a:solidFill>
                  <a:srgbClr val="707772"/>
                </a:solidFill>
                <a:latin typeface="Inter"/>
                <a:ea typeface="Inter"/>
                <a:cs typeface="Inter"/>
              </a:defRPr>
            </a:lvl9pPr>
          </a:lstStyle>
          <a:p xmlns:a="http://schemas.openxmlformats.org/drawingml/2006/main">
            <a:pPr algn="r">
              <a:defRPr sz="1050" b="1">
                <a:solidFill>
                  <a:srgbClr val="707772"/>
                </a:solidFill>
                <a:latin typeface="Inter"/>
                <a:ea typeface="Inter"/>
                <a:cs typeface="Inter"/>
              </a:defRPr>
            </a:pPr>
            <a:r>
              <a:rPr sz="1050" b="1">
                <a:solidFill>
                  <a:srgbClr val="707772"/>
                </a:solidFill>
                <a:latin typeface="Inter"/>
                <a:ea typeface="Inter"/>
                <a:cs typeface="Inter"/>
              </a:rPr>
              <a:t>02</a:t>
            </a:r>
          </a:p>
        </p:txBody>
      </p:sp>
      <p:sp>
        <p:nvSpPr>
          <p:cNvPr id="3" name="title">
            <a:extLst xmlns:a="http://schemas.openxmlformats.org/drawingml/2006/main">
              <a:ext uri="{FF2B5EF4-FFF2-40B4-BE49-F238E27FC236}">
                <a16:creationId xmlns:a16="http://schemas.microsoft.com/office/drawing/2014/main" id="{F90DD4DA-F3AF-40B6-BAE2-E7F480893C57}"/>
              </a:ext>
            </a:extLst>
          </p:cNvPr>
          <p:cNvSpPr>
            <a:spLocks xmlns:a="http://schemas.openxmlformats.org/drawingml/2006/main" noGrp="1"/>
          </p:cNvSpPr>
          <p:nvPr/>
        </p:nvSpPr>
        <p:spPr>
          <a:xfrm xmlns:a="http://schemas.openxmlformats.org/drawingml/2006/main">
            <a:off x="647700" y="781050"/>
            <a:ext cx="108108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11613"/>
                </a:solidFill>
                <a:latin typeface="Inter"/>
                <a:ea typeface="Inter"/>
                <a:cs typeface="Inter"/>
              </a:defRPr>
            </a:defPPr>
            <a:lvl1pPr algn="l">
              <a:defRPr sz="3225" b="1">
                <a:solidFill>
                  <a:srgbClr val="111613"/>
                </a:solidFill>
                <a:latin typeface="Inter"/>
                <a:ea typeface="Inter"/>
                <a:cs typeface="Inter"/>
              </a:defRPr>
            </a:lvl1pPr>
            <a:lvl2pPr algn="l">
              <a:defRPr sz="3225" b="1">
                <a:solidFill>
                  <a:srgbClr val="111613"/>
                </a:solidFill>
                <a:latin typeface="Inter"/>
                <a:ea typeface="Inter"/>
                <a:cs typeface="Inter"/>
              </a:defRPr>
            </a:lvl2pPr>
            <a:lvl3pPr algn="l">
              <a:defRPr sz="3225" b="1">
                <a:solidFill>
                  <a:srgbClr val="111613"/>
                </a:solidFill>
                <a:latin typeface="Inter"/>
                <a:ea typeface="Inter"/>
                <a:cs typeface="Inter"/>
              </a:defRPr>
            </a:lvl3pPr>
            <a:lvl4pPr algn="l">
              <a:defRPr sz="3225" b="1">
                <a:solidFill>
                  <a:srgbClr val="111613"/>
                </a:solidFill>
                <a:latin typeface="Inter"/>
                <a:ea typeface="Inter"/>
                <a:cs typeface="Inter"/>
              </a:defRPr>
            </a:lvl4pPr>
            <a:lvl5pPr algn="l">
              <a:defRPr sz="3225" b="1">
                <a:solidFill>
                  <a:srgbClr val="111613"/>
                </a:solidFill>
                <a:latin typeface="Inter"/>
                <a:ea typeface="Inter"/>
                <a:cs typeface="Inter"/>
              </a:defRPr>
            </a:lvl5pPr>
            <a:lvl6pPr algn="l">
              <a:defRPr sz="3225" b="1">
                <a:solidFill>
                  <a:srgbClr val="111613"/>
                </a:solidFill>
                <a:latin typeface="Inter"/>
                <a:ea typeface="Inter"/>
                <a:cs typeface="Inter"/>
              </a:defRPr>
            </a:lvl6pPr>
            <a:lvl7pPr algn="l">
              <a:defRPr sz="3225" b="1">
                <a:solidFill>
                  <a:srgbClr val="111613"/>
                </a:solidFill>
                <a:latin typeface="Inter"/>
                <a:ea typeface="Inter"/>
                <a:cs typeface="Inter"/>
              </a:defRPr>
            </a:lvl7pPr>
            <a:lvl8pPr algn="l">
              <a:defRPr sz="3225" b="1">
                <a:solidFill>
                  <a:srgbClr val="111613"/>
                </a:solidFill>
                <a:latin typeface="Inter"/>
                <a:ea typeface="Inter"/>
                <a:cs typeface="Inter"/>
              </a:defRPr>
            </a:lvl8pPr>
            <a:lvl9pPr algn="l">
              <a:defRPr sz="3225" b="1">
                <a:solidFill>
                  <a:srgbClr val="111613"/>
                </a:solidFill>
                <a:latin typeface="Inter"/>
                <a:ea typeface="Inter"/>
                <a:cs typeface="Inter"/>
              </a:defRPr>
            </a:lvl9pPr>
          </a:lstStyle>
          <a:p xmlns:a="http://schemas.openxmlformats.org/drawingml/2006/main">
            <a:pPr algn="l">
              <a:defRPr sz="3225" b="1">
                <a:solidFill>
                  <a:srgbClr val="111613"/>
                </a:solidFill>
                <a:latin typeface="Inter"/>
                <a:ea typeface="Inter"/>
                <a:cs typeface="Inter"/>
              </a:defRPr>
            </a:pPr>
            <a:r>
              <a:rPr sz="3225" b="1">
                <a:solidFill>
                  <a:srgbClr val="111613"/>
                </a:solidFill>
                <a:latin typeface="Inter"/>
                <a:ea typeface="Inter"/>
                <a:cs typeface="Inter"/>
              </a:rPr>
              <a:t>One question. Two different instructions.</a:t>
            </a:r>
          </a:p>
        </p:txBody>
      </p:sp>
      <p:sp>
        <p:nvSpPr>
          <p:cNvPr id="4" name="title-rule">
            <a:extLst xmlns:a="http://schemas.openxmlformats.org/drawingml/2006/main">
              <a:ext uri="{FF2B5EF4-FFF2-40B4-BE49-F238E27FC236}">
                <a16:creationId xmlns:a16="http://schemas.microsoft.com/office/drawing/2014/main" id="{3D6B1B03-A078-484B-B454-5140D37222D5}"/>
              </a:ext>
            </a:extLst>
          </p:cNvPr>
          <p:cNvSpPr>
            <a:spLocks xmlns:a="http://schemas.openxmlformats.org/drawingml/2006/main" noGrp="1"/>
          </p:cNvSpPr>
          <p:nvPr/>
        </p:nvSpPr>
        <p:spPr>
          <a:xfrm xmlns:a="http://schemas.openxmlformats.org/drawingml/2006/main">
            <a:off x="647700" y="1695450"/>
            <a:ext cx="10896600" cy="19050"/>
          </a:xfrm>
          <a:prstGeom xmlns:a="http://schemas.openxmlformats.org/drawingml/2006/main" prst="rect">
            <a:avLst/>
          </a:prstGeom>
          <a:solidFill xmlns:a="http://schemas.openxmlformats.org/drawingml/2006/main">
            <a:srgbClr val="087443"/>
          </a:solidFill>
          <a:ln xmlns:a="http://schemas.openxmlformats.org/drawingml/2006/main" w="0">
            <a:noFill/>
            <a:prstDash val="solid"/>
          </a:ln>
        </p:spPr>
      </p:sp>
      <p:sp>
        <p:nvSpPr>
          <p:cNvPr id="5" name="question-label">
            <a:extLst xmlns:a="http://schemas.openxmlformats.org/drawingml/2006/main">
              <a:ext uri="{FF2B5EF4-FFF2-40B4-BE49-F238E27FC236}">
                <a16:creationId xmlns:a16="http://schemas.microsoft.com/office/drawing/2014/main" id="{38D39A9D-A538-47BC-82B2-4072E9CE7266}"/>
              </a:ext>
            </a:extLst>
          </p:cNvPr>
          <p:cNvSpPr>
            <a:spLocks xmlns:a="http://schemas.openxmlformats.org/drawingml/2006/main" noGrp="1"/>
          </p:cNvSpPr>
          <p:nvPr/>
        </p:nvSpPr>
        <p:spPr>
          <a:xfrm xmlns:a="http://schemas.openxmlformats.org/drawingml/2006/main">
            <a:off x="723900" y="20955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087443"/>
                </a:solidFill>
                <a:latin typeface="Inter"/>
                <a:ea typeface="Inter"/>
                <a:cs typeface="Inter"/>
              </a:defRPr>
            </a:defPPr>
            <a:lvl1pPr algn="l">
              <a:defRPr sz="1125" b="1">
                <a:solidFill>
                  <a:srgbClr val="087443"/>
                </a:solidFill>
                <a:latin typeface="Inter"/>
                <a:ea typeface="Inter"/>
                <a:cs typeface="Inter"/>
              </a:defRPr>
            </a:lvl1pPr>
            <a:lvl2pPr algn="l">
              <a:defRPr sz="1125" b="1">
                <a:solidFill>
                  <a:srgbClr val="087443"/>
                </a:solidFill>
                <a:latin typeface="Inter"/>
                <a:ea typeface="Inter"/>
                <a:cs typeface="Inter"/>
              </a:defRPr>
            </a:lvl2pPr>
            <a:lvl3pPr algn="l">
              <a:defRPr sz="1125" b="1">
                <a:solidFill>
                  <a:srgbClr val="087443"/>
                </a:solidFill>
                <a:latin typeface="Inter"/>
                <a:ea typeface="Inter"/>
                <a:cs typeface="Inter"/>
              </a:defRPr>
            </a:lvl3pPr>
            <a:lvl4pPr algn="l">
              <a:defRPr sz="1125" b="1">
                <a:solidFill>
                  <a:srgbClr val="087443"/>
                </a:solidFill>
                <a:latin typeface="Inter"/>
                <a:ea typeface="Inter"/>
                <a:cs typeface="Inter"/>
              </a:defRPr>
            </a:lvl4pPr>
            <a:lvl5pPr algn="l">
              <a:defRPr sz="1125" b="1">
                <a:solidFill>
                  <a:srgbClr val="087443"/>
                </a:solidFill>
                <a:latin typeface="Inter"/>
                <a:ea typeface="Inter"/>
                <a:cs typeface="Inter"/>
              </a:defRPr>
            </a:lvl5pPr>
            <a:lvl6pPr algn="l">
              <a:defRPr sz="1125" b="1">
                <a:solidFill>
                  <a:srgbClr val="087443"/>
                </a:solidFill>
                <a:latin typeface="Inter"/>
                <a:ea typeface="Inter"/>
                <a:cs typeface="Inter"/>
              </a:defRPr>
            </a:lvl6pPr>
            <a:lvl7pPr algn="l">
              <a:defRPr sz="1125" b="1">
                <a:solidFill>
                  <a:srgbClr val="087443"/>
                </a:solidFill>
                <a:latin typeface="Inter"/>
                <a:ea typeface="Inter"/>
                <a:cs typeface="Inter"/>
              </a:defRPr>
            </a:lvl7pPr>
            <a:lvl8pPr algn="l">
              <a:defRPr sz="1125" b="1">
                <a:solidFill>
                  <a:srgbClr val="087443"/>
                </a:solidFill>
                <a:latin typeface="Inter"/>
                <a:ea typeface="Inter"/>
                <a:cs typeface="Inter"/>
              </a:defRPr>
            </a:lvl8pPr>
            <a:lvl9pPr algn="l">
              <a:defRPr sz="1125" b="1">
                <a:solidFill>
                  <a:srgbClr val="087443"/>
                </a:solidFill>
                <a:latin typeface="Inter"/>
                <a:ea typeface="Inter"/>
                <a:cs typeface="Inter"/>
              </a:defRPr>
            </a:lvl9pPr>
          </a:lstStyle>
          <a:p xmlns:a="http://schemas.openxmlformats.org/drawingml/2006/main">
            <a:pPr algn="l">
              <a:defRPr sz="1125" b="1">
                <a:solidFill>
                  <a:srgbClr val="087443"/>
                </a:solidFill>
                <a:latin typeface="Inter"/>
                <a:ea typeface="Inter"/>
                <a:cs typeface="Inter"/>
              </a:defRPr>
            </a:pPr>
            <a:r>
              <a:rPr sz="1125" b="1">
                <a:solidFill>
                  <a:srgbClr val="087443"/>
                </a:solidFill>
                <a:latin typeface="Inter"/>
                <a:ea typeface="Inter"/>
                <a:cs typeface="Inter"/>
              </a:rPr>
              <a:t>THE DEVELOPER ASKS</a:t>
            </a:r>
          </a:p>
        </p:txBody>
      </p:sp>
      <p:sp>
        <p:nvSpPr>
          <p:cNvPr id="6" name="question">
            <a:extLst xmlns:a="http://schemas.openxmlformats.org/drawingml/2006/main">
              <a:ext uri="{FF2B5EF4-FFF2-40B4-BE49-F238E27FC236}">
                <a16:creationId xmlns:a16="http://schemas.microsoft.com/office/drawing/2014/main" id="{05D064AD-96F9-4B88-8E44-14168BF51E92}"/>
              </a:ext>
            </a:extLst>
          </p:cNvPr>
          <p:cNvSpPr>
            <a:spLocks xmlns:a="http://schemas.openxmlformats.org/drawingml/2006/main" noGrp="1"/>
          </p:cNvSpPr>
          <p:nvPr/>
        </p:nvSpPr>
        <p:spPr>
          <a:xfrm xmlns:a="http://schemas.openxmlformats.org/drawingml/2006/main">
            <a:off x="723900" y="2457450"/>
            <a:ext cx="1028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11613"/>
                </a:solidFill>
                <a:latin typeface="Inter"/>
                <a:ea typeface="Inter"/>
                <a:cs typeface="Inter"/>
              </a:defRPr>
            </a:defPPr>
            <a:lvl1pPr algn="l">
              <a:defRPr sz="2400" b="1">
                <a:solidFill>
                  <a:srgbClr val="111613"/>
                </a:solidFill>
                <a:latin typeface="Inter"/>
                <a:ea typeface="Inter"/>
                <a:cs typeface="Inter"/>
              </a:defRPr>
            </a:lvl1pPr>
            <a:lvl2pPr algn="l">
              <a:defRPr sz="2400" b="1">
                <a:solidFill>
                  <a:srgbClr val="111613"/>
                </a:solidFill>
                <a:latin typeface="Inter"/>
                <a:ea typeface="Inter"/>
                <a:cs typeface="Inter"/>
              </a:defRPr>
            </a:lvl2pPr>
            <a:lvl3pPr algn="l">
              <a:defRPr sz="2400" b="1">
                <a:solidFill>
                  <a:srgbClr val="111613"/>
                </a:solidFill>
                <a:latin typeface="Inter"/>
                <a:ea typeface="Inter"/>
                <a:cs typeface="Inter"/>
              </a:defRPr>
            </a:lvl3pPr>
            <a:lvl4pPr algn="l">
              <a:defRPr sz="2400" b="1">
                <a:solidFill>
                  <a:srgbClr val="111613"/>
                </a:solidFill>
                <a:latin typeface="Inter"/>
                <a:ea typeface="Inter"/>
                <a:cs typeface="Inter"/>
              </a:defRPr>
            </a:lvl4pPr>
            <a:lvl5pPr algn="l">
              <a:defRPr sz="2400" b="1">
                <a:solidFill>
                  <a:srgbClr val="111613"/>
                </a:solidFill>
                <a:latin typeface="Inter"/>
                <a:ea typeface="Inter"/>
                <a:cs typeface="Inter"/>
              </a:defRPr>
            </a:lvl5pPr>
            <a:lvl6pPr algn="l">
              <a:defRPr sz="2400" b="1">
                <a:solidFill>
                  <a:srgbClr val="111613"/>
                </a:solidFill>
                <a:latin typeface="Inter"/>
                <a:ea typeface="Inter"/>
                <a:cs typeface="Inter"/>
              </a:defRPr>
            </a:lvl6pPr>
            <a:lvl7pPr algn="l">
              <a:defRPr sz="2400" b="1">
                <a:solidFill>
                  <a:srgbClr val="111613"/>
                </a:solidFill>
                <a:latin typeface="Inter"/>
                <a:ea typeface="Inter"/>
                <a:cs typeface="Inter"/>
              </a:defRPr>
            </a:lvl7pPr>
            <a:lvl8pPr algn="l">
              <a:defRPr sz="2400" b="1">
                <a:solidFill>
                  <a:srgbClr val="111613"/>
                </a:solidFill>
                <a:latin typeface="Inter"/>
                <a:ea typeface="Inter"/>
                <a:cs typeface="Inter"/>
              </a:defRPr>
            </a:lvl8pPr>
            <a:lvl9pPr algn="l">
              <a:defRPr sz="2400" b="1">
                <a:solidFill>
                  <a:srgbClr val="111613"/>
                </a:solidFill>
                <a:latin typeface="Inter"/>
                <a:ea typeface="Inter"/>
                <a:cs typeface="Inter"/>
              </a:defRPr>
            </a:lvl9pPr>
          </a:lstStyle>
          <a:p xmlns:a="http://schemas.openxmlformats.org/drawingml/2006/main">
            <a:pPr algn="l">
              <a:defRPr sz="2400" b="1">
                <a:solidFill>
                  <a:srgbClr val="111613"/>
                </a:solidFill>
                <a:latin typeface="Inter"/>
                <a:ea typeface="Inter"/>
                <a:cs typeface="Inter"/>
              </a:defRPr>
            </a:pPr>
            <a:r>
              <a:rPr sz="2400" b="1">
                <a:solidFill>
                  <a:srgbClr val="111613"/>
                </a:solidFill>
                <a:latin typeface="Inter"/>
                <a:ea typeface="Inter"/>
                <a:cs typeface="Inter"/>
              </a:rPr>
              <a:t>“Can I use raw SQL for the reporting query?”</a:t>
            </a:r>
          </a:p>
        </p:txBody>
      </p:sp>
      <p:sp>
        <p:nvSpPr>
          <p:cNvPr id="7" name="column-divider">
            <a:extLst xmlns:a="http://schemas.openxmlformats.org/drawingml/2006/main">
              <a:ext uri="{FF2B5EF4-FFF2-40B4-BE49-F238E27FC236}">
                <a16:creationId xmlns:a16="http://schemas.microsoft.com/office/drawing/2014/main" id="{4B7A71A3-D852-4E52-B322-ADDB3E801241}"/>
              </a:ext>
            </a:extLst>
          </p:cNvPr>
          <p:cNvSpPr>
            <a:spLocks xmlns:a="http://schemas.openxmlformats.org/drawingml/2006/main" noGrp="1"/>
          </p:cNvSpPr>
          <p:nvPr/>
        </p:nvSpPr>
        <p:spPr>
          <a:xfrm xmlns:a="http://schemas.openxmlformats.org/drawingml/2006/main">
            <a:off x="6076950" y="3505200"/>
            <a:ext cx="19050" cy="2095500"/>
          </a:xfrm>
          <a:prstGeom xmlns:a="http://schemas.openxmlformats.org/drawingml/2006/main" prst="rect">
            <a:avLst/>
          </a:prstGeom>
          <a:solidFill xmlns:a="http://schemas.openxmlformats.org/drawingml/2006/main">
            <a:srgbClr val="C9CEC9"/>
          </a:solidFill>
          <a:ln xmlns:a="http://schemas.openxmlformats.org/drawingml/2006/main" w="0">
            <a:noFill/>
            <a:prstDash val="solid"/>
          </a:ln>
        </p:spPr>
      </p:sp>
      <p:sp>
        <p:nvSpPr>
          <p:cNvPr id="8" name="policy-source">
            <a:extLst xmlns:a="http://schemas.openxmlformats.org/drawingml/2006/main">
              <a:ext uri="{FF2B5EF4-FFF2-40B4-BE49-F238E27FC236}">
                <a16:creationId xmlns:a16="http://schemas.microsoft.com/office/drawing/2014/main" id="{01CDA6D5-E793-4BDD-BB7E-388A5E75A999}"/>
              </a:ext>
            </a:extLst>
          </p:cNvPr>
          <p:cNvSpPr>
            <a:spLocks xmlns:a="http://schemas.openxmlformats.org/drawingml/2006/main" noGrp="1"/>
          </p:cNvSpPr>
          <p:nvPr/>
        </p:nvSpPr>
        <p:spPr>
          <a:xfrm xmlns:a="http://schemas.openxmlformats.org/drawingml/2006/main">
            <a:off x="723900" y="34861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087443"/>
                </a:solidFill>
                <a:latin typeface="Inter"/>
                <a:ea typeface="Inter"/>
                <a:cs typeface="Inter"/>
              </a:defRPr>
            </a:defPPr>
            <a:lvl1pPr algn="l">
              <a:defRPr sz="1125" b="1">
                <a:solidFill>
                  <a:srgbClr val="087443"/>
                </a:solidFill>
                <a:latin typeface="Inter"/>
                <a:ea typeface="Inter"/>
                <a:cs typeface="Inter"/>
              </a:defRPr>
            </a:lvl1pPr>
            <a:lvl2pPr algn="l">
              <a:defRPr sz="1125" b="1">
                <a:solidFill>
                  <a:srgbClr val="087443"/>
                </a:solidFill>
                <a:latin typeface="Inter"/>
                <a:ea typeface="Inter"/>
                <a:cs typeface="Inter"/>
              </a:defRPr>
            </a:lvl2pPr>
            <a:lvl3pPr algn="l">
              <a:defRPr sz="1125" b="1">
                <a:solidFill>
                  <a:srgbClr val="087443"/>
                </a:solidFill>
                <a:latin typeface="Inter"/>
                <a:ea typeface="Inter"/>
                <a:cs typeface="Inter"/>
              </a:defRPr>
            </a:lvl3pPr>
            <a:lvl4pPr algn="l">
              <a:defRPr sz="1125" b="1">
                <a:solidFill>
                  <a:srgbClr val="087443"/>
                </a:solidFill>
                <a:latin typeface="Inter"/>
                <a:ea typeface="Inter"/>
                <a:cs typeface="Inter"/>
              </a:defRPr>
            </a:lvl4pPr>
            <a:lvl5pPr algn="l">
              <a:defRPr sz="1125" b="1">
                <a:solidFill>
                  <a:srgbClr val="087443"/>
                </a:solidFill>
                <a:latin typeface="Inter"/>
                <a:ea typeface="Inter"/>
                <a:cs typeface="Inter"/>
              </a:defRPr>
            </a:lvl5pPr>
            <a:lvl6pPr algn="l">
              <a:defRPr sz="1125" b="1">
                <a:solidFill>
                  <a:srgbClr val="087443"/>
                </a:solidFill>
                <a:latin typeface="Inter"/>
                <a:ea typeface="Inter"/>
                <a:cs typeface="Inter"/>
              </a:defRPr>
            </a:lvl6pPr>
            <a:lvl7pPr algn="l">
              <a:defRPr sz="1125" b="1">
                <a:solidFill>
                  <a:srgbClr val="087443"/>
                </a:solidFill>
                <a:latin typeface="Inter"/>
                <a:ea typeface="Inter"/>
                <a:cs typeface="Inter"/>
              </a:defRPr>
            </a:lvl7pPr>
            <a:lvl8pPr algn="l">
              <a:defRPr sz="1125" b="1">
                <a:solidFill>
                  <a:srgbClr val="087443"/>
                </a:solidFill>
                <a:latin typeface="Inter"/>
                <a:ea typeface="Inter"/>
                <a:cs typeface="Inter"/>
              </a:defRPr>
            </a:lvl8pPr>
            <a:lvl9pPr algn="l">
              <a:defRPr sz="1125" b="1">
                <a:solidFill>
                  <a:srgbClr val="087443"/>
                </a:solidFill>
                <a:latin typeface="Inter"/>
                <a:ea typeface="Inter"/>
                <a:cs typeface="Inter"/>
              </a:defRPr>
            </a:lvl9pPr>
          </a:lstStyle>
          <a:p xmlns:a="http://schemas.openxmlformats.org/drawingml/2006/main">
            <a:pPr algn="l">
              <a:defRPr sz="1125" b="1">
                <a:solidFill>
                  <a:srgbClr val="087443"/>
                </a:solidFill>
                <a:latin typeface="Inter"/>
                <a:ea typeface="Inter"/>
                <a:cs typeface="Inter"/>
              </a:defRPr>
            </a:pPr>
            <a:r>
              <a:rPr sz="1125" b="1">
                <a:solidFill>
                  <a:srgbClr val="087443"/>
                </a:solidFill>
                <a:latin typeface="Inter"/>
                <a:ea typeface="Inter"/>
                <a:cs typeface="Inter"/>
              </a:rPr>
              <a:t>APPROVED SECURITY POLICY  ·  RANK 4</a:t>
            </a:r>
          </a:p>
        </p:txBody>
      </p:sp>
      <p:sp>
        <p:nvSpPr>
          <p:cNvPr id="9" name="policy-quote">
            <a:extLst xmlns:a="http://schemas.openxmlformats.org/drawingml/2006/main">
              <a:ext uri="{FF2B5EF4-FFF2-40B4-BE49-F238E27FC236}">
                <a16:creationId xmlns:a16="http://schemas.microsoft.com/office/drawing/2014/main" id="{64509842-7051-42C2-B3B8-B1702D4E21E5}"/>
              </a:ext>
            </a:extLst>
          </p:cNvPr>
          <p:cNvSpPr>
            <a:spLocks xmlns:a="http://schemas.openxmlformats.org/drawingml/2006/main" noGrp="1"/>
          </p:cNvSpPr>
          <p:nvPr/>
        </p:nvSpPr>
        <p:spPr>
          <a:xfrm xmlns:a="http://schemas.openxmlformats.org/drawingml/2006/main">
            <a:off x="723900" y="3914775"/>
            <a:ext cx="4762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11613"/>
                </a:solidFill>
                <a:latin typeface="Inter"/>
                <a:ea typeface="Inter"/>
                <a:cs typeface="Inter"/>
              </a:defRPr>
            </a:defPPr>
            <a:lvl1pPr algn="l">
              <a:defRPr sz="1950" b="1">
                <a:solidFill>
                  <a:srgbClr val="111613"/>
                </a:solidFill>
                <a:latin typeface="Inter"/>
                <a:ea typeface="Inter"/>
                <a:cs typeface="Inter"/>
              </a:defRPr>
            </a:lvl1pPr>
            <a:lvl2pPr algn="l">
              <a:defRPr sz="1950" b="1">
                <a:solidFill>
                  <a:srgbClr val="111613"/>
                </a:solidFill>
                <a:latin typeface="Inter"/>
                <a:ea typeface="Inter"/>
                <a:cs typeface="Inter"/>
              </a:defRPr>
            </a:lvl2pPr>
            <a:lvl3pPr algn="l">
              <a:defRPr sz="1950" b="1">
                <a:solidFill>
                  <a:srgbClr val="111613"/>
                </a:solidFill>
                <a:latin typeface="Inter"/>
                <a:ea typeface="Inter"/>
                <a:cs typeface="Inter"/>
              </a:defRPr>
            </a:lvl3pPr>
            <a:lvl4pPr algn="l">
              <a:defRPr sz="1950" b="1">
                <a:solidFill>
                  <a:srgbClr val="111613"/>
                </a:solidFill>
                <a:latin typeface="Inter"/>
                <a:ea typeface="Inter"/>
                <a:cs typeface="Inter"/>
              </a:defRPr>
            </a:lvl4pPr>
            <a:lvl5pPr algn="l">
              <a:defRPr sz="1950" b="1">
                <a:solidFill>
                  <a:srgbClr val="111613"/>
                </a:solidFill>
                <a:latin typeface="Inter"/>
                <a:ea typeface="Inter"/>
                <a:cs typeface="Inter"/>
              </a:defRPr>
            </a:lvl5pPr>
            <a:lvl6pPr algn="l">
              <a:defRPr sz="1950" b="1">
                <a:solidFill>
                  <a:srgbClr val="111613"/>
                </a:solidFill>
                <a:latin typeface="Inter"/>
                <a:ea typeface="Inter"/>
                <a:cs typeface="Inter"/>
              </a:defRPr>
            </a:lvl6pPr>
            <a:lvl7pPr algn="l">
              <a:defRPr sz="1950" b="1">
                <a:solidFill>
                  <a:srgbClr val="111613"/>
                </a:solidFill>
                <a:latin typeface="Inter"/>
                <a:ea typeface="Inter"/>
                <a:cs typeface="Inter"/>
              </a:defRPr>
            </a:lvl7pPr>
            <a:lvl8pPr algn="l">
              <a:defRPr sz="1950" b="1">
                <a:solidFill>
                  <a:srgbClr val="111613"/>
                </a:solidFill>
                <a:latin typeface="Inter"/>
                <a:ea typeface="Inter"/>
                <a:cs typeface="Inter"/>
              </a:defRPr>
            </a:lvl8pPr>
            <a:lvl9pPr algn="l">
              <a:defRPr sz="1950" b="1">
                <a:solidFill>
                  <a:srgbClr val="111613"/>
                </a:solidFill>
                <a:latin typeface="Inter"/>
                <a:ea typeface="Inter"/>
                <a:cs typeface="Inter"/>
              </a:defRPr>
            </a:lvl9pPr>
          </a:lstStyle>
          <a:p xmlns:a="http://schemas.openxmlformats.org/drawingml/2006/main">
            <a:pPr algn="l">
              <a:defRPr sz="1950" b="1">
                <a:solidFill>
                  <a:srgbClr val="111613"/>
                </a:solidFill>
                <a:latin typeface="Inter"/>
                <a:ea typeface="Inter"/>
                <a:cs typeface="Inter"/>
              </a:defRPr>
            </a:pPr>
            <a:r>
              <a:rPr sz="1950" b="1">
                <a:solidFill>
                  <a:srgbClr val="111613"/>
                </a:solidFill>
                <a:latin typeface="Inter"/>
                <a:ea typeface="Inter"/>
                <a:cs typeface="Inter"/>
              </a:rPr>
              <a:t>“Reporting queries MUST use parameterized statements, never raw SQL strings.”</a:t>
            </a:r>
          </a:p>
        </p:txBody>
      </p:sp>
      <p:sp>
        <p:nvSpPr>
          <p:cNvPr id="10" name="policy-file">
            <a:extLst xmlns:a="http://schemas.openxmlformats.org/drawingml/2006/main">
              <a:ext uri="{FF2B5EF4-FFF2-40B4-BE49-F238E27FC236}">
                <a16:creationId xmlns:a16="http://schemas.microsoft.com/office/drawing/2014/main" id="{2A9E1450-28AF-476D-AD3A-45DBCF6FE2E7}"/>
              </a:ext>
            </a:extLst>
          </p:cNvPr>
          <p:cNvSpPr>
            <a:spLocks xmlns:a="http://schemas.openxmlformats.org/drawingml/2006/main" noGrp="1"/>
          </p:cNvSpPr>
          <p:nvPr/>
        </p:nvSpPr>
        <p:spPr>
          <a:xfrm xmlns:a="http://schemas.openxmlformats.org/drawingml/2006/main">
            <a:off x="723900" y="521970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4C554F"/>
                </a:solidFill>
                <a:latin typeface="Inter"/>
                <a:ea typeface="Inter"/>
                <a:cs typeface="Inter"/>
              </a:defRPr>
            </a:defPPr>
            <a:lvl1pPr algn="l">
              <a:defRPr sz="1275" b="0">
                <a:solidFill>
                  <a:srgbClr val="4C554F"/>
                </a:solidFill>
                <a:latin typeface="Inter"/>
                <a:ea typeface="Inter"/>
                <a:cs typeface="Inter"/>
              </a:defRPr>
            </a:lvl1pPr>
            <a:lvl2pPr algn="l">
              <a:defRPr sz="1275" b="0">
                <a:solidFill>
                  <a:srgbClr val="4C554F"/>
                </a:solidFill>
                <a:latin typeface="Inter"/>
                <a:ea typeface="Inter"/>
                <a:cs typeface="Inter"/>
              </a:defRPr>
            </a:lvl2pPr>
            <a:lvl3pPr algn="l">
              <a:defRPr sz="1275" b="0">
                <a:solidFill>
                  <a:srgbClr val="4C554F"/>
                </a:solidFill>
                <a:latin typeface="Inter"/>
                <a:ea typeface="Inter"/>
                <a:cs typeface="Inter"/>
              </a:defRPr>
            </a:lvl3pPr>
            <a:lvl4pPr algn="l">
              <a:defRPr sz="1275" b="0">
                <a:solidFill>
                  <a:srgbClr val="4C554F"/>
                </a:solidFill>
                <a:latin typeface="Inter"/>
                <a:ea typeface="Inter"/>
                <a:cs typeface="Inter"/>
              </a:defRPr>
            </a:lvl4pPr>
            <a:lvl5pPr algn="l">
              <a:defRPr sz="1275" b="0">
                <a:solidFill>
                  <a:srgbClr val="4C554F"/>
                </a:solidFill>
                <a:latin typeface="Inter"/>
                <a:ea typeface="Inter"/>
                <a:cs typeface="Inter"/>
              </a:defRPr>
            </a:lvl5pPr>
            <a:lvl6pPr algn="l">
              <a:defRPr sz="1275" b="0">
                <a:solidFill>
                  <a:srgbClr val="4C554F"/>
                </a:solidFill>
                <a:latin typeface="Inter"/>
                <a:ea typeface="Inter"/>
                <a:cs typeface="Inter"/>
              </a:defRPr>
            </a:lvl6pPr>
            <a:lvl7pPr algn="l">
              <a:defRPr sz="1275" b="0">
                <a:solidFill>
                  <a:srgbClr val="4C554F"/>
                </a:solidFill>
                <a:latin typeface="Inter"/>
                <a:ea typeface="Inter"/>
                <a:cs typeface="Inter"/>
              </a:defRPr>
            </a:lvl7pPr>
            <a:lvl8pPr algn="l">
              <a:defRPr sz="1275" b="0">
                <a:solidFill>
                  <a:srgbClr val="4C554F"/>
                </a:solidFill>
                <a:latin typeface="Inter"/>
                <a:ea typeface="Inter"/>
                <a:cs typeface="Inter"/>
              </a:defRPr>
            </a:lvl8pPr>
            <a:lvl9pPr algn="l">
              <a:defRPr sz="1275" b="0">
                <a:solidFill>
                  <a:srgbClr val="4C554F"/>
                </a:solidFill>
                <a:latin typeface="Inter"/>
                <a:ea typeface="Inter"/>
                <a:cs typeface="Inter"/>
              </a:defRPr>
            </a:lvl9pPr>
          </a:lstStyle>
          <a:p xmlns:a="http://schemas.openxmlformats.org/drawingml/2006/main">
            <a:pPr algn="l">
              <a:defRPr sz="1275" b="0">
                <a:solidFill>
                  <a:srgbClr val="4C554F"/>
                </a:solidFill>
                <a:latin typeface="Inter"/>
                <a:ea typeface="Inter"/>
                <a:cs typeface="Inter"/>
              </a:defRPr>
            </a:pPr>
            <a:r>
              <a:rPr sz="1275" b="0">
                <a:solidFill>
                  <a:srgbClr val="4C554F"/>
                </a:solidFill>
                <a:latin typeface="Inter"/>
                <a:ea typeface="Inter"/>
                <a:cs typeface="Inter"/>
              </a:rPr>
              <a:t>demo/security.md</a:t>
            </a:r>
          </a:p>
        </p:txBody>
      </p:sp>
      <p:sp>
        <p:nvSpPr>
          <p:cNvPr id="11" name="wiki-source">
            <a:extLst xmlns:a="http://schemas.openxmlformats.org/drawingml/2006/main">
              <a:ext uri="{FF2B5EF4-FFF2-40B4-BE49-F238E27FC236}">
                <a16:creationId xmlns:a16="http://schemas.microsoft.com/office/drawing/2014/main" id="{F73C132C-A294-408A-B53F-046D1042A963}"/>
              </a:ext>
            </a:extLst>
          </p:cNvPr>
          <p:cNvSpPr>
            <a:spLocks xmlns:a="http://schemas.openxmlformats.org/drawingml/2006/main" noGrp="1"/>
          </p:cNvSpPr>
          <p:nvPr/>
        </p:nvSpPr>
        <p:spPr>
          <a:xfrm xmlns:a="http://schemas.openxmlformats.org/drawingml/2006/main">
            <a:off x="6572250" y="34861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4C554F"/>
                </a:solidFill>
                <a:latin typeface="Inter"/>
                <a:ea typeface="Inter"/>
                <a:cs typeface="Inter"/>
              </a:defRPr>
            </a:defPPr>
            <a:lvl1pPr algn="l">
              <a:defRPr sz="1125" b="1">
                <a:solidFill>
                  <a:srgbClr val="4C554F"/>
                </a:solidFill>
                <a:latin typeface="Inter"/>
                <a:ea typeface="Inter"/>
                <a:cs typeface="Inter"/>
              </a:defRPr>
            </a:lvl1pPr>
            <a:lvl2pPr algn="l">
              <a:defRPr sz="1125" b="1">
                <a:solidFill>
                  <a:srgbClr val="4C554F"/>
                </a:solidFill>
                <a:latin typeface="Inter"/>
                <a:ea typeface="Inter"/>
                <a:cs typeface="Inter"/>
              </a:defRPr>
            </a:lvl2pPr>
            <a:lvl3pPr algn="l">
              <a:defRPr sz="1125" b="1">
                <a:solidFill>
                  <a:srgbClr val="4C554F"/>
                </a:solidFill>
                <a:latin typeface="Inter"/>
                <a:ea typeface="Inter"/>
                <a:cs typeface="Inter"/>
              </a:defRPr>
            </a:lvl3pPr>
            <a:lvl4pPr algn="l">
              <a:defRPr sz="1125" b="1">
                <a:solidFill>
                  <a:srgbClr val="4C554F"/>
                </a:solidFill>
                <a:latin typeface="Inter"/>
                <a:ea typeface="Inter"/>
                <a:cs typeface="Inter"/>
              </a:defRPr>
            </a:lvl4pPr>
            <a:lvl5pPr algn="l">
              <a:defRPr sz="1125" b="1">
                <a:solidFill>
                  <a:srgbClr val="4C554F"/>
                </a:solidFill>
                <a:latin typeface="Inter"/>
                <a:ea typeface="Inter"/>
                <a:cs typeface="Inter"/>
              </a:defRPr>
            </a:lvl5pPr>
            <a:lvl6pPr algn="l">
              <a:defRPr sz="1125" b="1">
                <a:solidFill>
                  <a:srgbClr val="4C554F"/>
                </a:solidFill>
                <a:latin typeface="Inter"/>
                <a:ea typeface="Inter"/>
                <a:cs typeface="Inter"/>
              </a:defRPr>
            </a:lvl6pPr>
            <a:lvl7pPr algn="l">
              <a:defRPr sz="1125" b="1">
                <a:solidFill>
                  <a:srgbClr val="4C554F"/>
                </a:solidFill>
                <a:latin typeface="Inter"/>
                <a:ea typeface="Inter"/>
                <a:cs typeface="Inter"/>
              </a:defRPr>
            </a:lvl7pPr>
            <a:lvl8pPr algn="l">
              <a:defRPr sz="1125" b="1">
                <a:solidFill>
                  <a:srgbClr val="4C554F"/>
                </a:solidFill>
                <a:latin typeface="Inter"/>
                <a:ea typeface="Inter"/>
                <a:cs typeface="Inter"/>
              </a:defRPr>
            </a:lvl8pPr>
            <a:lvl9pPr algn="l">
              <a:defRPr sz="1125" b="1">
                <a:solidFill>
                  <a:srgbClr val="4C554F"/>
                </a:solidFill>
                <a:latin typeface="Inter"/>
                <a:ea typeface="Inter"/>
                <a:cs typeface="Inter"/>
              </a:defRPr>
            </a:lvl9pPr>
          </a:lstStyle>
          <a:p xmlns:a="http://schemas.openxmlformats.org/drawingml/2006/main">
            <a:pPr algn="l">
              <a:defRPr sz="1125" b="1">
                <a:solidFill>
                  <a:srgbClr val="4C554F"/>
                </a:solidFill>
                <a:latin typeface="Inter"/>
                <a:ea typeface="Inter"/>
                <a:cs typeface="Inter"/>
              </a:defRPr>
            </a:pPr>
            <a:r>
              <a:rPr sz="1125" b="1">
                <a:solidFill>
                  <a:srgbClr val="4C554F"/>
                </a:solidFill>
                <a:latin typeface="Inter"/>
                <a:ea typeface="Inter"/>
                <a:cs typeface="Inter"/>
              </a:rPr>
              <a:t>OLDER BACKEND WIKI  ·  RANK 2</a:t>
            </a:r>
          </a:p>
        </p:txBody>
      </p:sp>
      <p:sp>
        <p:nvSpPr>
          <p:cNvPr id="12" name="wiki-quote">
            <a:extLst xmlns:a="http://schemas.openxmlformats.org/drawingml/2006/main">
              <a:ext uri="{FF2B5EF4-FFF2-40B4-BE49-F238E27FC236}">
                <a16:creationId xmlns:a16="http://schemas.microsoft.com/office/drawing/2014/main" id="{DF353DE4-24D3-4921-B417-C09CB0FA067D}"/>
              </a:ext>
            </a:extLst>
          </p:cNvPr>
          <p:cNvSpPr>
            <a:spLocks xmlns:a="http://schemas.openxmlformats.org/drawingml/2006/main" noGrp="1"/>
          </p:cNvSpPr>
          <p:nvPr/>
        </p:nvSpPr>
        <p:spPr>
          <a:xfrm xmlns:a="http://schemas.openxmlformats.org/drawingml/2006/main">
            <a:off x="6572250" y="3914775"/>
            <a:ext cx="4572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11613"/>
                </a:solidFill>
                <a:latin typeface="Inter"/>
                <a:ea typeface="Inter"/>
                <a:cs typeface="Inter"/>
              </a:defRPr>
            </a:defPPr>
            <a:lvl1pPr algn="l">
              <a:defRPr sz="1950" b="1">
                <a:solidFill>
                  <a:srgbClr val="111613"/>
                </a:solidFill>
                <a:latin typeface="Inter"/>
                <a:ea typeface="Inter"/>
                <a:cs typeface="Inter"/>
              </a:defRPr>
            </a:lvl1pPr>
            <a:lvl2pPr algn="l">
              <a:defRPr sz="1950" b="1">
                <a:solidFill>
                  <a:srgbClr val="111613"/>
                </a:solidFill>
                <a:latin typeface="Inter"/>
                <a:ea typeface="Inter"/>
                <a:cs typeface="Inter"/>
              </a:defRPr>
            </a:lvl2pPr>
            <a:lvl3pPr algn="l">
              <a:defRPr sz="1950" b="1">
                <a:solidFill>
                  <a:srgbClr val="111613"/>
                </a:solidFill>
                <a:latin typeface="Inter"/>
                <a:ea typeface="Inter"/>
                <a:cs typeface="Inter"/>
              </a:defRPr>
            </a:lvl3pPr>
            <a:lvl4pPr algn="l">
              <a:defRPr sz="1950" b="1">
                <a:solidFill>
                  <a:srgbClr val="111613"/>
                </a:solidFill>
                <a:latin typeface="Inter"/>
                <a:ea typeface="Inter"/>
                <a:cs typeface="Inter"/>
              </a:defRPr>
            </a:lvl4pPr>
            <a:lvl5pPr algn="l">
              <a:defRPr sz="1950" b="1">
                <a:solidFill>
                  <a:srgbClr val="111613"/>
                </a:solidFill>
                <a:latin typeface="Inter"/>
                <a:ea typeface="Inter"/>
                <a:cs typeface="Inter"/>
              </a:defRPr>
            </a:lvl5pPr>
            <a:lvl6pPr algn="l">
              <a:defRPr sz="1950" b="1">
                <a:solidFill>
                  <a:srgbClr val="111613"/>
                </a:solidFill>
                <a:latin typeface="Inter"/>
                <a:ea typeface="Inter"/>
                <a:cs typeface="Inter"/>
              </a:defRPr>
            </a:lvl6pPr>
            <a:lvl7pPr algn="l">
              <a:defRPr sz="1950" b="1">
                <a:solidFill>
                  <a:srgbClr val="111613"/>
                </a:solidFill>
                <a:latin typeface="Inter"/>
                <a:ea typeface="Inter"/>
                <a:cs typeface="Inter"/>
              </a:defRPr>
            </a:lvl7pPr>
            <a:lvl8pPr algn="l">
              <a:defRPr sz="1950" b="1">
                <a:solidFill>
                  <a:srgbClr val="111613"/>
                </a:solidFill>
                <a:latin typeface="Inter"/>
                <a:ea typeface="Inter"/>
                <a:cs typeface="Inter"/>
              </a:defRPr>
            </a:lvl8pPr>
            <a:lvl9pPr algn="l">
              <a:defRPr sz="1950" b="1">
                <a:solidFill>
                  <a:srgbClr val="111613"/>
                </a:solidFill>
                <a:latin typeface="Inter"/>
                <a:ea typeface="Inter"/>
                <a:cs typeface="Inter"/>
              </a:defRPr>
            </a:lvl9pPr>
          </a:lstStyle>
          <a:p xmlns:a="http://schemas.openxmlformats.org/drawingml/2006/main">
            <a:pPr algn="l">
              <a:defRPr sz="1950" b="1">
                <a:solidFill>
                  <a:srgbClr val="111613"/>
                </a:solidFill>
                <a:latin typeface="Inter"/>
                <a:ea typeface="Inter"/>
                <a:cs typeface="Inter"/>
              </a:defRPr>
            </a:pPr>
            <a:r>
              <a:rPr sz="1950" b="1">
                <a:solidFill>
                  <a:srgbClr val="111613"/>
                </a:solidFill>
                <a:latin typeface="Inter"/>
                <a:ea typeface="Inter"/>
                <a:cs typeface="Inter"/>
              </a:rPr>
              <a:t>“Raw SQL strings are fine for fast reporting.”</a:t>
            </a:r>
          </a:p>
        </p:txBody>
      </p:sp>
      <p:sp>
        <p:nvSpPr>
          <p:cNvPr id="13" name="wiki-file">
            <a:extLst xmlns:a="http://schemas.openxmlformats.org/drawingml/2006/main">
              <a:ext uri="{FF2B5EF4-FFF2-40B4-BE49-F238E27FC236}">
                <a16:creationId xmlns:a16="http://schemas.microsoft.com/office/drawing/2014/main" id="{29848CDE-0C8D-4F32-91FF-EBD41830B069}"/>
              </a:ext>
            </a:extLst>
          </p:cNvPr>
          <p:cNvSpPr>
            <a:spLocks xmlns:a="http://schemas.openxmlformats.org/drawingml/2006/main" noGrp="1"/>
          </p:cNvSpPr>
          <p:nvPr/>
        </p:nvSpPr>
        <p:spPr>
          <a:xfrm xmlns:a="http://schemas.openxmlformats.org/drawingml/2006/main">
            <a:off x="6572250" y="521970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4C554F"/>
                </a:solidFill>
                <a:latin typeface="Inter"/>
                <a:ea typeface="Inter"/>
                <a:cs typeface="Inter"/>
              </a:defRPr>
            </a:defPPr>
            <a:lvl1pPr algn="l">
              <a:defRPr sz="1275" b="0">
                <a:solidFill>
                  <a:srgbClr val="4C554F"/>
                </a:solidFill>
                <a:latin typeface="Inter"/>
                <a:ea typeface="Inter"/>
                <a:cs typeface="Inter"/>
              </a:defRPr>
            </a:lvl1pPr>
            <a:lvl2pPr algn="l">
              <a:defRPr sz="1275" b="0">
                <a:solidFill>
                  <a:srgbClr val="4C554F"/>
                </a:solidFill>
                <a:latin typeface="Inter"/>
                <a:ea typeface="Inter"/>
                <a:cs typeface="Inter"/>
              </a:defRPr>
            </a:lvl2pPr>
            <a:lvl3pPr algn="l">
              <a:defRPr sz="1275" b="0">
                <a:solidFill>
                  <a:srgbClr val="4C554F"/>
                </a:solidFill>
                <a:latin typeface="Inter"/>
                <a:ea typeface="Inter"/>
                <a:cs typeface="Inter"/>
              </a:defRPr>
            </a:lvl3pPr>
            <a:lvl4pPr algn="l">
              <a:defRPr sz="1275" b="0">
                <a:solidFill>
                  <a:srgbClr val="4C554F"/>
                </a:solidFill>
                <a:latin typeface="Inter"/>
                <a:ea typeface="Inter"/>
                <a:cs typeface="Inter"/>
              </a:defRPr>
            </a:lvl4pPr>
            <a:lvl5pPr algn="l">
              <a:defRPr sz="1275" b="0">
                <a:solidFill>
                  <a:srgbClr val="4C554F"/>
                </a:solidFill>
                <a:latin typeface="Inter"/>
                <a:ea typeface="Inter"/>
                <a:cs typeface="Inter"/>
              </a:defRPr>
            </a:lvl5pPr>
            <a:lvl6pPr algn="l">
              <a:defRPr sz="1275" b="0">
                <a:solidFill>
                  <a:srgbClr val="4C554F"/>
                </a:solidFill>
                <a:latin typeface="Inter"/>
                <a:ea typeface="Inter"/>
                <a:cs typeface="Inter"/>
              </a:defRPr>
            </a:lvl6pPr>
            <a:lvl7pPr algn="l">
              <a:defRPr sz="1275" b="0">
                <a:solidFill>
                  <a:srgbClr val="4C554F"/>
                </a:solidFill>
                <a:latin typeface="Inter"/>
                <a:ea typeface="Inter"/>
                <a:cs typeface="Inter"/>
              </a:defRPr>
            </a:lvl7pPr>
            <a:lvl8pPr algn="l">
              <a:defRPr sz="1275" b="0">
                <a:solidFill>
                  <a:srgbClr val="4C554F"/>
                </a:solidFill>
                <a:latin typeface="Inter"/>
                <a:ea typeface="Inter"/>
                <a:cs typeface="Inter"/>
              </a:defRPr>
            </a:lvl8pPr>
            <a:lvl9pPr algn="l">
              <a:defRPr sz="1275" b="0">
                <a:solidFill>
                  <a:srgbClr val="4C554F"/>
                </a:solidFill>
                <a:latin typeface="Inter"/>
                <a:ea typeface="Inter"/>
                <a:cs typeface="Inter"/>
              </a:defRPr>
            </a:lvl9pPr>
          </a:lstStyle>
          <a:p xmlns:a="http://schemas.openxmlformats.org/drawingml/2006/main">
            <a:pPr algn="l">
              <a:defRPr sz="1275" b="0">
                <a:solidFill>
                  <a:srgbClr val="4C554F"/>
                </a:solidFill>
                <a:latin typeface="Inter"/>
                <a:ea typeface="Inter"/>
                <a:cs typeface="Inter"/>
              </a:defRPr>
            </a:pPr>
            <a:r>
              <a:rPr sz="1275" b="0">
                <a:solidFill>
                  <a:srgbClr val="4C554F"/>
                </a:solidFill>
                <a:latin typeface="Inter"/>
                <a:ea typeface="Inter"/>
                <a:cs typeface="Inter"/>
              </a:rPr>
              <a:t>demo/backend-wiki.md</a:t>
            </a:r>
          </a:p>
        </p:txBody>
      </p:sp>
    </p:spTree>
    <p:extLst>
      <p:ext uri="{BB962C8B-B14F-4D97-AF65-F5344CB8AC3E}">
        <p14:creationId xmlns:p14="http://schemas.microsoft.com/office/powerpoint/2010/main" val="1220433261"/>
      </p:ext>
    </p:extLst>
  </p:cSld>
</p:sld>
</file>

<file path=ppt/slides/slide3.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22" name="kicker">
            <a:extLst xmlns:a="http://schemas.openxmlformats.org/drawingml/2006/main">
              <a:ext uri="{FF2B5EF4-FFF2-40B4-BE49-F238E27FC236}">
                <a16:creationId xmlns:a16="http://schemas.microsoft.com/office/drawing/2014/main" id="{7A37D99A-0F9E-496C-ADF4-2D0825D273A4}"/>
              </a:ext>
            </a:extLst>
          </p:cNvPr>
          <p:cNvSpPr>
            <a:spLocks xmlns:a="http://schemas.openxmlformats.org/drawingml/2006/main" noGrp="1"/>
          </p:cNvSpPr>
          <p:nvPr/>
        </p:nvSpPr>
        <p:spPr>
          <a:xfrm xmlns:a="http://schemas.openxmlformats.org/drawingml/2006/main">
            <a:off x="647700" y="3619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087443"/>
                </a:solidFill>
                <a:latin typeface="Inter"/>
                <a:ea typeface="Inter"/>
                <a:cs typeface="Inter"/>
              </a:defRPr>
            </a:defPPr>
            <a:lvl1pPr algn="l">
              <a:defRPr sz="1050" b="1">
                <a:solidFill>
                  <a:srgbClr val="087443"/>
                </a:solidFill>
                <a:latin typeface="Inter"/>
                <a:ea typeface="Inter"/>
                <a:cs typeface="Inter"/>
              </a:defRPr>
            </a:lvl1pPr>
            <a:lvl2pPr algn="l">
              <a:defRPr sz="1050" b="1">
                <a:solidFill>
                  <a:srgbClr val="087443"/>
                </a:solidFill>
                <a:latin typeface="Inter"/>
                <a:ea typeface="Inter"/>
                <a:cs typeface="Inter"/>
              </a:defRPr>
            </a:lvl2pPr>
            <a:lvl3pPr algn="l">
              <a:defRPr sz="1050" b="1">
                <a:solidFill>
                  <a:srgbClr val="087443"/>
                </a:solidFill>
                <a:latin typeface="Inter"/>
                <a:ea typeface="Inter"/>
                <a:cs typeface="Inter"/>
              </a:defRPr>
            </a:lvl3pPr>
            <a:lvl4pPr algn="l">
              <a:defRPr sz="1050" b="1">
                <a:solidFill>
                  <a:srgbClr val="087443"/>
                </a:solidFill>
                <a:latin typeface="Inter"/>
                <a:ea typeface="Inter"/>
                <a:cs typeface="Inter"/>
              </a:defRPr>
            </a:lvl4pPr>
            <a:lvl5pPr algn="l">
              <a:defRPr sz="1050" b="1">
                <a:solidFill>
                  <a:srgbClr val="087443"/>
                </a:solidFill>
                <a:latin typeface="Inter"/>
                <a:ea typeface="Inter"/>
                <a:cs typeface="Inter"/>
              </a:defRPr>
            </a:lvl5pPr>
            <a:lvl6pPr algn="l">
              <a:defRPr sz="1050" b="1">
                <a:solidFill>
                  <a:srgbClr val="087443"/>
                </a:solidFill>
                <a:latin typeface="Inter"/>
                <a:ea typeface="Inter"/>
                <a:cs typeface="Inter"/>
              </a:defRPr>
            </a:lvl6pPr>
            <a:lvl7pPr algn="l">
              <a:defRPr sz="1050" b="1">
                <a:solidFill>
                  <a:srgbClr val="087443"/>
                </a:solidFill>
                <a:latin typeface="Inter"/>
                <a:ea typeface="Inter"/>
                <a:cs typeface="Inter"/>
              </a:defRPr>
            </a:lvl7pPr>
            <a:lvl8pPr algn="l">
              <a:defRPr sz="1050" b="1">
                <a:solidFill>
                  <a:srgbClr val="087443"/>
                </a:solidFill>
                <a:latin typeface="Inter"/>
                <a:ea typeface="Inter"/>
                <a:cs typeface="Inter"/>
              </a:defRPr>
            </a:lvl8pPr>
            <a:lvl9pPr algn="l">
              <a:defRPr sz="1050" b="1">
                <a:solidFill>
                  <a:srgbClr val="087443"/>
                </a:solidFill>
                <a:latin typeface="Inter"/>
                <a:ea typeface="Inter"/>
                <a:cs typeface="Inter"/>
              </a:defRPr>
            </a:lvl9pPr>
          </a:lstStyle>
          <a:p xmlns:a="http://schemas.openxmlformats.org/drawingml/2006/main">
            <a:pPr algn="l">
              <a:defRPr sz="1050" b="1">
                <a:solidFill>
                  <a:srgbClr val="087443"/>
                </a:solidFill>
                <a:latin typeface="Inter"/>
                <a:ea typeface="Inter"/>
                <a:cs typeface="Inter"/>
              </a:defRPr>
            </a:pPr>
            <a:r>
              <a:rPr sz="1050" b="1">
                <a:solidFill>
                  <a:srgbClr val="087443"/>
                </a:solidFill>
                <a:latin typeface="Inter"/>
                <a:ea typeface="Inter"/>
                <a:cs typeface="Inter"/>
              </a:rPr>
              <a:t>THE WORKFLOW</a:t>
            </a:r>
          </a:p>
        </p:txBody>
      </p:sp>
      <p:sp>
        <p:nvSpPr>
          <p:cNvPr id="2" name="slide-number">
            <a:extLst xmlns:a="http://schemas.openxmlformats.org/drawingml/2006/main">
              <a:ext uri="{FF2B5EF4-FFF2-40B4-BE49-F238E27FC236}">
                <a16:creationId xmlns:a16="http://schemas.microsoft.com/office/drawing/2014/main" id="{94CAEEEB-CC25-4192-B250-31046559167C}"/>
              </a:ext>
            </a:extLst>
          </p:cNvPr>
          <p:cNvSpPr>
            <a:spLocks xmlns:a="http://schemas.openxmlformats.org/drawingml/2006/main" noGrp="1"/>
          </p:cNvSpPr>
          <p:nvPr/>
        </p:nvSpPr>
        <p:spPr>
          <a:xfrm xmlns:a="http://schemas.openxmlformats.org/drawingml/2006/main">
            <a:off x="10972800" y="3619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a:solidFill>
                  <a:srgbClr val="707772"/>
                </a:solidFill>
                <a:latin typeface="Inter"/>
                <a:ea typeface="Inter"/>
                <a:cs typeface="Inter"/>
              </a:defRPr>
            </a:defPPr>
            <a:lvl1pPr algn="r">
              <a:defRPr sz="1050" b="1">
                <a:solidFill>
                  <a:srgbClr val="707772"/>
                </a:solidFill>
                <a:latin typeface="Inter"/>
                <a:ea typeface="Inter"/>
                <a:cs typeface="Inter"/>
              </a:defRPr>
            </a:lvl1pPr>
            <a:lvl2pPr algn="r">
              <a:defRPr sz="1050" b="1">
                <a:solidFill>
                  <a:srgbClr val="707772"/>
                </a:solidFill>
                <a:latin typeface="Inter"/>
                <a:ea typeface="Inter"/>
                <a:cs typeface="Inter"/>
              </a:defRPr>
            </a:lvl2pPr>
            <a:lvl3pPr algn="r">
              <a:defRPr sz="1050" b="1">
                <a:solidFill>
                  <a:srgbClr val="707772"/>
                </a:solidFill>
                <a:latin typeface="Inter"/>
                <a:ea typeface="Inter"/>
                <a:cs typeface="Inter"/>
              </a:defRPr>
            </a:lvl3pPr>
            <a:lvl4pPr algn="r">
              <a:defRPr sz="1050" b="1">
                <a:solidFill>
                  <a:srgbClr val="707772"/>
                </a:solidFill>
                <a:latin typeface="Inter"/>
                <a:ea typeface="Inter"/>
                <a:cs typeface="Inter"/>
              </a:defRPr>
            </a:lvl4pPr>
            <a:lvl5pPr algn="r">
              <a:defRPr sz="1050" b="1">
                <a:solidFill>
                  <a:srgbClr val="707772"/>
                </a:solidFill>
                <a:latin typeface="Inter"/>
                <a:ea typeface="Inter"/>
                <a:cs typeface="Inter"/>
              </a:defRPr>
            </a:lvl5pPr>
            <a:lvl6pPr algn="r">
              <a:defRPr sz="1050" b="1">
                <a:solidFill>
                  <a:srgbClr val="707772"/>
                </a:solidFill>
                <a:latin typeface="Inter"/>
                <a:ea typeface="Inter"/>
                <a:cs typeface="Inter"/>
              </a:defRPr>
            </a:lvl6pPr>
            <a:lvl7pPr algn="r">
              <a:defRPr sz="1050" b="1">
                <a:solidFill>
                  <a:srgbClr val="707772"/>
                </a:solidFill>
                <a:latin typeface="Inter"/>
                <a:ea typeface="Inter"/>
                <a:cs typeface="Inter"/>
              </a:defRPr>
            </a:lvl7pPr>
            <a:lvl8pPr algn="r">
              <a:defRPr sz="1050" b="1">
                <a:solidFill>
                  <a:srgbClr val="707772"/>
                </a:solidFill>
                <a:latin typeface="Inter"/>
                <a:ea typeface="Inter"/>
                <a:cs typeface="Inter"/>
              </a:defRPr>
            </a:lvl8pPr>
            <a:lvl9pPr algn="r">
              <a:defRPr sz="1050" b="1">
                <a:solidFill>
                  <a:srgbClr val="707772"/>
                </a:solidFill>
                <a:latin typeface="Inter"/>
                <a:ea typeface="Inter"/>
                <a:cs typeface="Inter"/>
              </a:defRPr>
            </a:lvl9pPr>
          </a:lstStyle>
          <a:p xmlns:a="http://schemas.openxmlformats.org/drawingml/2006/main">
            <a:pPr algn="r">
              <a:defRPr sz="1050" b="1">
                <a:solidFill>
                  <a:srgbClr val="707772"/>
                </a:solidFill>
                <a:latin typeface="Inter"/>
                <a:ea typeface="Inter"/>
                <a:cs typeface="Inter"/>
              </a:defRPr>
            </a:pPr>
            <a:r>
              <a:rPr sz="1050" b="1">
                <a:solidFill>
                  <a:srgbClr val="707772"/>
                </a:solidFill>
                <a:latin typeface="Inter"/>
                <a:ea typeface="Inter"/>
                <a:cs typeface="Inter"/>
              </a:rPr>
              <a:t>03</a:t>
            </a:r>
          </a:p>
        </p:txBody>
      </p:sp>
      <p:sp>
        <p:nvSpPr>
          <p:cNvPr id="3" name="title">
            <a:extLst xmlns:a="http://schemas.openxmlformats.org/drawingml/2006/main">
              <a:ext uri="{FF2B5EF4-FFF2-40B4-BE49-F238E27FC236}">
                <a16:creationId xmlns:a16="http://schemas.microsoft.com/office/drawing/2014/main" id="{11F05D65-8E27-4B30-9EB2-B2548DB939F1}"/>
              </a:ext>
            </a:extLst>
          </p:cNvPr>
          <p:cNvSpPr>
            <a:spLocks xmlns:a="http://schemas.openxmlformats.org/drawingml/2006/main" noGrp="1"/>
          </p:cNvSpPr>
          <p:nvPr/>
        </p:nvSpPr>
        <p:spPr>
          <a:xfrm xmlns:a="http://schemas.openxmlformats.org/drawingml/2006/main">
            <a:off x="647700" y="781050"/>
            <a:ext cx="108108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11613"/>
                </a:solidFill>
                <a:latin typeface="Inter"/>
                <a:ea typeface="Inter"/>
                <a:cs typeface="Inter"/>
              </a:defRPr>
            </a:defPPr>
            <a:lvl1pPr algn="l">
              <a:defRPr sz="3225" b="1">
                <a:solidFill>
                  <a:srgbClr val="111613"/>
                </a:solidFill>
                <a:latin typeface="Inter"/>
                <a:ea typeface="Inter"/>
                <a:cs typeface="Inter"/>
              </a:defRPr>
            </a:lvl1pPr>
            <a:lvl2pPr algn="l">
              <a:defRPr sz="3225" b="1">
                <a:solidFill>
                  <a:srgbClr val="111613"/>
                </a:solidFill>
                <a:latin typeface="Inter"/>
                <a:ea typeface="Inter"/>
                <a:cs typeface="Inter"/>
              </a:defRPr>
            </a:lvl2pPr>
            <a:lvl3pPr algn="l">
              <a:defRPr sz="3225" b="1">
                <a:solidFill>
                  <a:srgbClr val="111613"/>
                </a:solidFill>
                <a:latin typeface="Inter"/>
                <a:ea typeface="Inter"/>
                <a:cs typeface="Inter"/>
              </a:defRPr>
            </a:lvl3pPr>
            <a:lvl4pPr algn="l">
              <a:defRPr sz="3225" b="1">
                <a:solidFill>
                  <a:srgbClr val="111613"/>
                </a:solidFill>
                <a:latin typeface="Inter"/>
                <a:ea typeface="Inter"/>
                <a:cs typeface="Inter"/>
              </a:defRPr>
            </a:lvl4pPr>
            <a:lvl5pPr algn="l">
              <a:defRPr sz="3225" b="1">
                <a:solidFill>
                  <a:srgbClr val="111613"/>
                </a:solidFill>
                <a:latin typeface="Inter"/>
                <a:ea typeface="Inter"/>
                <a:cs typeface="Inter"/>
              </a:defRPr>
            </a:lvl5pPr>
            <a:lvl6pPr algn="l">
              <a:defRPr sz="3225" b="1">
                <a:solidFill>
                  <a:srgbClr val="111613"/>
                </a:solidFill>
                <a:latin typeface="Inter"/>
                <a:ea typeface="Inter"/>
                <a:cs typeface="Inter"/>
              </a:defRPr>
            </a:lvl6pPr>
            <a:lvl7pPr algn="l">
              <a:defRPr sz="3225" b="1">
                <a:solidFill>
                  <a:srgbClr val="111613"/>
                </a:solidFill>
                <a:latin typeface="Inter"/>
                <a:ea typeface="Inter"/>
                <a:cs typeface="Inter"/>
              </a:defRPr>
            </a:lvl7pPr>
            <a:lvl8pPr algn="l">
              <a:defRPr sz="3225" b="1">
                <a:solidFill>
                  <a:srgbClr val="111613"/>
                </a:solidFill>
                <a:latin typeface="Inter"/>
                <a:ea typeface="Inter"/>
                <a:cs typeface="Inter"/>
              </a:defRPr>
            </a:lvl8pPr>
            <a:lvl9pPr algn="l">
              <a:defRPr sz="3225" b="1">
                <a:solidFill>
                  <a:srgbClr val="111613"/>
                </a:solidFill>
                <a:latin typeface="Inter"/>
                <a:ea typeface="Inter"/>
                <a:cs typeface="Inter"/>
              </a:defRPr>
            </a:lvl9pPr>
          </a:lstStyle>
          <a:p xmlns:a="http://schemas.openxmlformats.org/drawingml/2006/main">
            <a:pPr algn="l">
              <a:defRPr sz="3225" b="1">
                <a:solidFill>
                  <a:srgbClr val="111613"/>
                </a:solidFill>
                <a:latin typeface="Inter"/>
                <a:ea typeface="Inter"/>
                <a:cs typeface="Inter"/>
              </a:defRPr>
            </a:pPr>
            <a:r>
              <a:rPr sz="3225" b="1">
                <a:solidFill>
                  <a:srgbClr val="111613"/>
                </a:solidFill>
                <a:latin typeface="Inter"/>
                <a:ea typeface="Inter"/>
                <a:cs typeface="Inter"/>
              </a:rPr>
              <a:t>LORE Lite turns project files into governed rules.</a:t>
            </a:r>
          </a:p>
        </p:txBody>
      </p:sp>
      <p:sp>
        <p:nvSpPr>
          <p:cNvPr id="4" name="title-rule">
            <a:extLst xmlns:a="http://schemas.openxmlformats.org/drawingml/2006/main">
              <a:ext uri="{FF2B5EF4-FFF2-40B4-BE49-F238E27FC236}">
                <a16:creationId xmlns:a16="http://schemas.microsoft.com/office/drawing/2014/main" id="{CF01408E-3ACE-4C16-879C-EE54D9BFF723}"/>
              </a:ext>
            </a:extLst>
          </p:cNvPr>
          <p:cNvSpPr>
            <a:spLocks xmlns:a="http://schemas.openxmlformats.org/drawingml/2006/main" noGrp="1"/>
          </p:cNvSpPr>
          <p:nvPr/>
        </p:nvSpPr>
        <p:spPr>
          <a:xfrm xmlns:a="http://schemas.openxmlformats.org/drawingml/2006/main">
            <a:off x="647700" y="1695450"/>
            <a:ext cx="10896600" cy="19050"/>
          </a:xfrm>
          <a:prstGeom xmlns:a="http://schemas.openxmlformats.org/drawingml/2006/main" prst="rect">
            <a:avLst/>
          </a:prstGeom>
          <a:solidFill xmlns:a="http://schemas.openxmlformats.org/drawingml/2006/main">
            <a:srgbClr val="087443"/>
          </a:solidFill>
          <a:ln xmlns:a="http://schemas.openxmlformats.org/drawingml/2006/main" w="0">
            <a:noFill/>
            <a:prstDash val="solid"/>
          </a:ln>
        </p:spPr>
      </p:sp>
      <p:sp>
        <p:nvSpPr>
          <p:cNvPr id="5" name="stage-1-number">
            <a:extLst xmlns:a="http://schemas.openxmlformats.org/drawingml/2006/main">
              <a:ext uri="{FF2B5EF4-FFF2-40B4-BE49-F238E27FC236}">
                <a16:creationId xmlns:a16="http://schemas.microsoft.com/office/drawing/2014/main" id="{F9987785-138E-4A51-A454-41F6A3BE881D}"/>
              </a:ext>
            </a:extLst>
          </p:cNvPr>
          <p:cNvSpPr>
            <a:spLocks xmlns:a="http://schemas.openxmlformats.org/drawingml/2006/main" noGrp="1"/>
          </p:cNvSpPr>
          <p:nvPr/>
        </p:nvSpPr>
        <p:spPr>
          <a:xfrm xmlns:a="http://schemas.openxmlformats.org/drawingml/2006/main">
            <a:off x="723900" y="2324100"/>
            <a:ext cx="838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a:solidFill>
                  <a:srgbClr val="087443"/>
                </a:solidFill>
                <a:latin typeface="Inter"/>
                <a:ea typeface="Inter"/>
                <a:cs typeface="Inter"/>
              </a:defRPr>
            </a:defPPr>
            <a:lvl1pPr algn="l">
              <a:defRPr sz="2475" b="1">
                <a:solidFill>
                  <a:srgbClr val="087443"/>
                </a:solidFill>
                <a:latin typeface="Inter"/>
                <a:ea typeface="Inter"/>
                <a:cs typeface="Inter"/>
              </a:defRPr>
            </a:lvl1pPr>
            <a:lvl2pPr algn="l">
              <a:defRPr sz="2475" b="1">
                <a:solidFill>
                  <a:srgbClr val="087443"/>
                </a:solidFill>
                <a:latin typeface="Inter"/>
                <a:ea typeface="Inter"/>
                <a:cs typeface="Inter"/>
              </a:defRPr>
            </a:lvl2pPr>
            <a:lvl3pPr algn="l">
              <a:defRPr sz="2475" b="1">
                <a:solidFill>
                  <a:srgbClr val="087443"/>
                </a:solidFill>
                <a:latin typeface="Inter"/>
                <a:ea typeface="Inter"/>
                <a:cs typeface="Inter"/>
              </a:defRPr>
            </a:lvl3pPr>
            <a:lvl4pPr algn="l">
              <a:defRPr sz="2475" b="1">
                <a:solidFill>
                  <a:srgbClr val="087443"/>
                </a:solidFill>
                <a:latin typeface="Inter"/>
                <a:ea typeface="Inter"/>
                <a:cs typeface="Inter"/>
              </a:defRPr>
            </a:lvl4pPr>
            <a:lvl5pPr algn="l">
              <a:defRPr sz="2475" b="1">
                <a:solidFill>
                  <a:srgbClr val="087443"/>
                </a:solidFill>
                <a:latin typeface="Inter"/>
                <a:ea typeface="Inter"/>
                <a:cs typeface="Inter"/>
              </a:defRPr>
            </a:lvl5pPr>
            <a:lvl6pPr algn="l">
              <a:defRPr sz="2475" b="1">
                <a:solidFill>
                  <a:srgbClr val="087443"/>
                </a:solidFill>
                <a:latin typeface="Inter"/>
                <a:ea typeface="Inter"/>
                <a:cs typeface="Inter"/>
              </a:defRPr>
            </a:lvl6pPr>
            <a:lvl7pPr algn="l">
              <a:defRPr sz="2475" b="1">
                <a:solidFill>
                  <a:srgbClr val="087443"/>
                </a:solidFill>
                <a:latin typeface="Inter"/>
                <a:ea typeface="Inter"/>
                <a:cs typeface="Inter"/>
              </a:defRPr>
            </a:lvl7pPr>
            <a:lvl8pPr algn="l">
              <a:defRPr sz="2475" b="1">
                <a:solidFill>
                  <a:srgbClr val="087443"/>
                </a:solidFill>
                <a:latin typeface="Inter"/>
                <a:ea typeface="Inter"/>
                <a:cs typeface="Inter"/>
              </a:defRPr>
            </a:lvl8pPr>
            <a:lvl9pPr algn="l">
              <a:defRPr sz="2475" b="1">
                <a:solidFill>
                  <a:srgbClr val="087443"/>
                </a:solidFill>
                <a:latin typeface="Inter"/>
                <a:ea typeface="Inter"/>
                <a:cs typeface="Inter"/>
              </a:defRPr>
            </a:lvl9pPr>
          </a:lstStyle>
          <a:p xmlns:a="http://schemas.openxmlformats.org/drawingml/2006/main">
            <a:pPr algn="l">
              <a:defRPr sz="2475" b="1">
                <a:solidFill>
                  <a:srgbClr val="087443"/>
                </a:solidFill>
                <a:latin typeface="Inter"/>
                <a:ea typeface="Inter"/>
                <a:cs typeface="Inter"/>
              </a:defRPr>
            </a:pPr>
            <a:r>
              <a:rPr sz="2475" b="1">
                <a:solidFill>
                  <a:srgbClr val="087443"/>
                </a:solidFill>
                <a:latin typeface="Inter"/>
                <a:ea typeface="Inter"/>
                <a:cs typeface="Inter"/>
              </a:rPr>
              <a:t>01</a:t>
            </a:r>
          </a:p>
        </p:txBody>
      </p:sp>
      <p:sp>
        <p:nvSpPr>
          <p:cNvPr id="6" name="stage-1-heading">
            <a:extLst xmlns:a="http://schemas.openxmlformats.org/drawingml/2006/main">
              <a:ext uri="{FF2B5EF4-FFF2-40B4-BE49-F238E27FC236}">
                <a16:creationId xmlns:a16="http://schemas.microsoft.com/office/drawing/2014/main" id="{3B498E27-77E8-4305-8904-DD4154C399C5}"/>
              </a:ext>
            </a:extLst>
          </p:cNvPr>
          <p:cNvSpPr>
            <a:spLocks xmlns:a="http://schemas.openxmlformats.org/drawingml/2006/main" noGrp="1"/>
          </p:cNvSpPr>
          <p:nvPr/>
        </p:nvSpPr>
        <p:spPr>
          <a:xfrm xmlns:a="http://schemas.openxmlformats.org/drawingml/2006/main">
            <a:off x="723900" y="30289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4C554F"/>
                </a:solidFill>
                <a:latin typeface="Inter"/>
                <a:ea typeface="Inter"/>
                <a:cs typeface="Inter"/>
              </a:defRPr>
            </a:defPPr>
            <a:lvl1pPr algn="l">
              <a:defRPr sz="1200" b="1">
                <a:solidFill>
                  <a:srgbClr val="4C554F"/>
                </a:solidFill>
                <a:latin typeface="Inter"/>
                <a:ea typeface="Inter"/>
                <a:cs typeface="Inter"/>
              </a:defRPr>
            </a:lvl1pPr>
            <a:lvl2pPr algn="l">
              <a:defRPr sz="1200" b="1">
                <a:solidFill>
                  <a:srgbClr val="4C554F"/>
                </a:solidFill>
                <a:latin typeface="Inter"/>
                <a:ea typeface="Inter"/>
                <a:cs typeface="Inter"/>
              </a:defRPr>
            </a:lvl2pPr>
            <a:lvl3pPr algn="l">
              <a:defRPr sz="1200" b="1">
                <a:solidFill>
                  <a:srgbClr val="4C554F"/>
                </a:solidFill>
                <a:latin typeface="Inter"/>
                <a:ea typeface="Inter"/>
                <a:cs typeface="Inter"/>
              </a:defRPr>
            </a:lvl3pPr>
            <a:lvl4pPr algn="l">
              <a:defRPr sz="1200" b="1">
                <a:solidFill>
                  <a:srgbClr val="4C554F"/>
                </a:solidFill>
                <a:latin typeface="Inter"/>
                <a:ea typeface="Inter"/>
                <a:cs typeface="Inter"/>
              </a:defRPr>
            </a:lvl4pPr>
            <a:lvl5pPr algn="l">
              <a:defRPr sz="1200" b="1">
                <a:solidFill>
                  <a:srgbClr val="4C554F"/>
                </a:solidFill>
                <a:latin typeface="Inter"/>
                <a:ea typeface="Inter"/>
                <a:cs typeface="Inter"/>
              </a:defRPr>
            </a:lvl5pPr>
            <a:lvl6pPr algn="l">
              <a:defRPr sz="1200" b="1">
                <a:solidFill>
                  <a:srgbClr val="4C554F"/>
                </a:solidFill>
                <a:latin typeface="Inter"/>
                <a:ea typeface="Inter"/>
                <a:cs typeface="Inter"/>
              </a:defRPr>
            </a:lvl6pPr>
            <a:lvl7pPr algn="l">
              <a:defRPr sz="1200" b="1">
                <a:solidFill>
                  <a:srgbClr val="4C554F"/>
                </a:solidFill>
                <a:latin typeface="Inter"/>
                <a:ea typeface="Inter"/>
                <a:cs typeface="Inter"/>
              </a:defRPr>
            </a:lvl7pPr>
            <a:lvl8pPr algn="l">
              <a:defRPr sz="1200" b="1">
                <a:solidFill>
                  <a:srgbClr val="4C554F"/>
                </a:solidFill>
                <a:latin typeface="Inter"/>
                <a:ea typeface="Inter"/>
                <a:cs typeface="Inter"/>
              </a:defRPr>
            </a:lvl8pPr>
            <a:lvl9pPr algn="l">
              <a:defRPr sz="1200" b="1">
                <a:solidFill>
                  <a:srgbClr val="4C554F"/>
                </a:solidFill>
                <a:latin typeface="Inter"/>
                <a:ea typeface="Inter"/>
                <a:cs typeface="Inter"/>
              </a:defRPr>
            </a:lvl9pPr>
          </a:lstStyle>
          <a:p xmlns:a="http://schemas.openxmlformats.org/drawingml/2006/main">
            <a:pPr algn="l">
              <a:defRPr sz="1200" b="1">
                <a:solidFill>
                  <a:srgbClr val="4C554F"/>
                </a:solidFill>
                <a:latin typeface="Inter"/>
                <a:ea typeface="Inter"/>
                <a:cs typeface="Inter"/>
              </a:defRPr>
            </a:pPr>
            <a:r>
              <a:rPr sz="1200" b="1">
                <a:solidFill>
                  <a:srgbClr val="4C554F"/>
                </a:solidFill>
                <a:latin typeface="Inter"/>
                <a:ea typeface="Inter"/>
                <a:cs typeface="Inter"/>
              </a:rPr>
              <a:t>ADD SOURCES</a:t>
            </a:r>
          </a:p>
        </p:txBody>
      </p:sp>
      <p:sp>
        <p:nvSpPr>
          <p:cNvPr id="7" name="stage-1-body">
            <a:extLst xmlns:a="http://schemas.openxmlformats.org/drawingml/2006/main">
              <a:ext uri="{FF2B5EF4-FFF2-40B4-BE49-F238E27FC236}">
                <a16:creationId xmlns:a16="http://schemas.microsoft.com/office/drawing/2014/main" id="{6D26DAE2-EF6E-4524-841E-3743AF0C6ACF}"/>
              </a:ext>
            </a:extLst>
          </p:cNvPr>
          <p:cNvSpPr>
            <a:spLocks xmlns:a="http://schemas.openxmlformats.org/drawingml/2006/main" noGrp="1"/>
          </p:cNvSpPr>
          <p:nvPr/>
        </p:nvSpPr>
        <p:spPr>
          <a:xfrm xmlns:a="http://schemas.openxmlformats.org/drawingml/2006/main">
            <a:off x="723900" y="3476625"/>
            <a:ext cx="2381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11613"/>
                </a:solidFill>
                <a:latin typeface="Inter"/>
                <a:ea typeface="Inter"/>
                <a:cs typeface="Inter"/>
              </a:defRPr>
            </a:defPPr>
            <a:lvl1pPr algn="l">
              <a:defRPr sz="1725" b="1">
                <a:solidFill>
                  <a:srgbClr val="111613"/>
                </a:solidFill>
                <a:latin typeface="Inter"/>
                <a:ea typeface="Inter"/>
                <a:cs typeface="Inter"/>
              </a:defRPr>
            </a:lvl1pPr>
            <a:lvl2pPr algn="l">
              <a:defRPr sz="1725" b="1">
                <a:solidFill>
                  <a:srgbClr val="111613"/>
                </a:solidFill>
                <a:latin typeface="Inter"/>
                <a:ea typeface="Inter"/>
                <a:cs typeface="Inter"/>
              </a:defRPr>
            </a:lvl2pPr>
            <a:lvl3pPr algn="l">
              <a:defRPr sz="1725" b="1">
                <a:solidFill>
                  <a:srgbClr val="111613"/>
                </a:solidFill>
                <a:latin typeface="Inter"/>
                <a:ea typeface="Inter"/>
                <a:cs typeface="Inter"/>
              </a:defRPr>
            </a:lvl3pPr>
            <a:lvl4pPr algn="l">
              <a:defRPr sz="1725" b="1">
                <a:solidFill>
                  <a:srgbClr val="111613"/>
                </a:solidFill>
                <a:latin typeface="Inter"/>
                <a:ea typeface="Inter"/>
                <a:cs typeface="Inter"/>
              </a:defRPr>
            </a:lvl4pPr>
            <a:lvl5pPr algn="l">
              <a:defRPr sz="1725" b="1">
                <a:solidFill>
                  <a:srgbClr val="111613"/>
                </a:solidFill>
                <a:latin typeface="Inter"/>
                <a:ea typeface="Inter"/>
                <a:cs typeface="Inter"/>
              </a:defRPr>
            </a:lvl5pPr>
            <a:lvl6pPr algn="l">
              <a:defRPr sz="1725" b="1">
                <a:solidFill>
                  <a:srgbClr val="111613"/>
                </a:solidFill>
                <a:latin typeface="Inter"/>
                <a:ea typeface="Inter"/>
                <a:cs typeface="Inter"/>
              </a:defRPr>
            </a:lvl6pPr>
            <a:lvl7pPr algn="l">
              <a:defRPr sz="1725" b="1">
                <a:solidFill>
                  <a:srgbClr val="111613"/>
                </a:solidFill>
                <a:latin typeface="Inter"/>
                <a:ea typeface="Inter"/>
                <a:cs typeface="Inter"/>
              </a:defRPr>
            </a:lvl7pPr>
            <a:lvl8pPr algn="l">
              <a:defRPr sz="1725" b="1">
                <a:solidFill>
                  <a:srgbClr val="111613"/>
                </a:solidFill>
                <a:latin typeface="Inter"/>
                <a:ea typeface="Inter"/>
                <a:cs typeface="Inter"/>
              </a:defRPr>
            </a:lvl8pPr>
            <a:lvl9pPr algn="l">
              <a:defRPr sz="1725" b="1">
                <a:solidFill>
                  <a:srgbClr val="111613"/>
                </a:solidFill>
                <a:latin typeface="Inter"/>
                <a:ea typeface="Inter"/>
                <a:cs typeface="Inter"/>
              </a:defRPr>
            </a:lvl9pPr>
          </a:lstStyle>
          <a:p xmlns:a="http://schemas.openxmlformats.org/drawingml/2006/main">
            <a:pPr algn="l">
              <a:defRPr sz="1725" b="1">
                <a:solidFill>
                  <a:srgbClr val="111613"/>
                </a:solidFill>
                <a:latin typeface="Inter"/>
                <a:ea typeface="Inter"/>
                <a:cs typeface="Inter"/>
              </a:defRPr>
            </a:pPr>
            <a:r>
              <a:rPr sz="1725" b="1">
                <a:solidFill>
                  <a:srgbClr val="111613"/>
                </a:solidFill>
                <a:latin typeface="Inter"/>
                <a:ea typeface="Inter"/>
                <a:cs typeface="Inter"/>
              </a:rPr>
              <a:t>Markdown policies and architecture diagrams</a:t>
            </a:r>
          </a:p>
        </p:txBody>
      </p:sp>
      <p:sp>
        <p:nvSpPr>
          <p:cNvPr id="8" name="stage-separator-0">
            <a:extLst xmlns:a="http://schemas.openxmlformats.org/drawingml/2006/main">
              <a:ext uri="{FF2B5EF4-FFF2-40B4-BE49-F238E27FC236}">
                <a16:creationId xmlns:a16="http://schemas.microsoft.com/office/drawing/2014/main" id="{9CBD165C-6A60-498D-832B-55B7BA9E9A71}"/>
              </a:ext>
            </a:extLst>
          </p:cNvPr>
          <p:cNvSpPr>
            <a:spLocks xmlns:a="http://schemas.openxmlformats.org/drawingml/2006/main" noGrp="1"/>
          </p:cNvSpPr>
          <p:nvPr/>
        </p:nvSpPr>
        <p:spPr>
          <a:xfrm xmlns:a="http://schemas.openxmlformats.org/drawingml/2006/main">
            <a:off x="3200400" y="2266950"/>
            <a:ext cx="9525" cy="2190750"/>
          </a:xfrm>
          <a:prstGeom xmlns:a="http://schemas.openxmlformats.org/drawingml/2006/main" prst="rect">
            <a:avLst/>
          </a:prstGeom>
          <a:solidFill xmlns:a="http://schemas.openxmlformats.org/drawingml/2006/main">
            <a:srgbClr val="C9CEC9"/>
          </a:solidFill>
          <a:ln xmlns:a="http://schemas.openxmlformats.org/drawingml/2006/main" w="0">
            <a:noFill/>
            <a:prstDash val="solid"/>
          </a:ln>
        </p:spPr>
      </p:sp>
      <p:sp>
        <p:nvSpPr>
          <p:cNvPr id="9" name="stage-2-number">
            <a:extLst xmlns:a="http://schemas.openxmlformats.org/drawingml/2006/main">
              <a:ext uri="{FF2B5EF4-FFF2-40B4-BE49-F238E27FC236}">
                <a16:creationId xmlns:a16="http://schemas.microsoft.com/office/drawing/2014/main" id="{B04DBB66-98D4-461C-8B1E-6FDFD6DCE690}"/>
              </a:ext>
            </a:extLst>
          </p:cNvPr>
          <p:cNvSpPr>
            <a:spLocks xmlns:a="http://schemas.openxmlformats.org/drawingml/2006/main" noGrp="1"/>
          </p:cNvSpPr>
          <p:nvPr/>
        </p:nvSpPr>
        <p:spPr>
          <a:xfrm xmlns:a="http://schemas.openxmlformats.org/drawingml/2006/main">
            <a:off x="3476625" y="2324100"/>
            <a:ext cx="838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a:solidFill>
                  <a:srgbClr val="087443"/>
                </a:solidFill>
                <a:latin typeface="Inter"/>
                <a:ea typeface="Inter"/>
                <a:cs typeface="Inter"/>
              </a:defRPr>
            </a:defPPr>
            <a:lvl1pPr algn="l">
              <a:defRPr sz="2475" b="1">
                <a:solidFill>
                  <a:srgbClr val="087443"/>
                </a:solidFill>
                <a:latin typeface="Inter"/>
                <a:ea typeface="Inter"/>
                <a:cs typeface="Inter"/>
              </a:defRPr>
            </a:lvl1pPr>
            <a:lvl2pPr algn="l">
              <a:defRPr sz="2475" b="1">
                <a:solidFill>
                  <a:srgbClr val="087443"/>
                </a:solidFill>
                <a:latin typeface="Inter"/>
                <a:ea typeface="Inter"/>
                <a:cs typeface="Inter"/>
              </a:defRPr>
            </a:lvl2pPr>
            <a:lvl3pPr algn="l">
              <a:defRPr sz="2475" b="1">
                <a:solidFill>
                  <a:srgbClr val="087443"/>
                </a:solidFill>
                <a:latin typeface="Inter"/>
                <a:ea typeface="Inter"/>
                <a:cs typeface="Inter"/>
              </a:defRPr>
            </a:lvl3pPr>
            <a:lvl4pPr algn="l">
              <a:defRPr sz="2475" b="1">
                <a:solidFill>
                  <a:srgbClr val="087443"/>
                </a:solidFill>
                <a:latin typeface="Inter"/>
                <a:ea typeface="Inter"/>
                <a:cs typeface="Inter"/>
              </a:defRPr>
            </a:lvl4pPr>
            <a:lvl5pPr algn="l">
              <a:defRPr sz="2475" b="1">
                <a:solidFill>
                  <a:srgbClr val="087443"/>
                </a:solidFill>
                <a:latin typeface="Inter"/>
                <a:ea typeface="Inter"/>
                <a:cs typeface="Inter"/>
              </a:defRPr>
            </a:lvl5pPr>
            <a:lvl6pPr algn="l">
              <a:defRPr sz="2475" b="1">
                <a:solidFill>
                  <a:srgbClr val="087443"/>
                </a:solidFill>
                <a:latin typeface="Inter"/>
                <a:ea typeface="Inter"/>
                <a:cs typeface="Inter"/>
              </a:defRPr>
            </a:lvl6pPr>
            <a:lvl7pPr algn="l">
              <a:defRPr sz="2475" b="1">
                <a:solidFill>
                  <a:srgbClr val="087443"/>
                </a:solidFill>
                <a:latin typeface="Inter"/>
                <a:ea typeface="Inter"/>
                <a:cs typeface="Inter"/>
              </a:defRPr>
            </a:lvl7pPr>
            <a:lvl8pPr algn="l">
              <a:defRPr sz="2475" b="1">
                <a:solidFill>
                  <a:srgbClr val="087443"/>
                </a:solidFill>
                <a:latin typeface="Inter"/>
                <a:ea typeface="Inter"/>
                <a:cs typeface="Inter"/>
              </a:defRPr>
            </a:lvl8pPr>
            <a:lvl9pPr algn="l">
              <a:defRPr sz="2475" b="1">
                <a:solidFill>
                  <a:srgbClr val="087443"/>
                </a:solidFill>
                <a:latin typeface="Inter"/>
                <a:ea typeface="Inter"/>
                <a:cs typeface="Inter"/>
              </a:defRPr>
            </a:lvl9pPr>
          </a:lstStyle>
          <a:p xmlns:a="http://schemas.openxmlformats.org/drawingml/2006/main">
            <a:pPr algn="l">
              <a:defRPr sz="2475" b="1">
                <a:solidFill>
                  <a:srgbClr val="087443"/>
                </a:solidFill>
                <a:latin typeface="Inter"/>
                <a:ea typeface="Inter"/>
                <a:cs typeface="Inter"/>
              </a:defRPr>
            </a:pPr>
            <a:r>
              <a:rPr sz="2475" b="1">
                <a:solidFill>
                  <a:srgbClr val="087443"/>
                </a:solidFill>
                <a:latin typeface="Inter"/>
                <a:ea typeface="Inter"/>
                <a:cs typeface="Inter"/>
              </a:rPr>
              <a:t>02</a:t>
            </a:r>
          </a:p>
        </p:txBody>
      </p:sp>
      <p:sp>
        <p:nvSpPr>
          <p:cNvPr id="10" name="stage-2-heading">
            <a:extLst xmlns:a="http://schemas.openxmlformats.org/drawingml/2006/main">
              <a:ext uri="{FF2B5EF4-FFF2-40B4-BE49-F238E27FC236}">
                <a16:creationId xmlns:a16="http://schemas.microsoft.com/office/drawing/2014/main" id="{A63CA23F-9B17-4BF3-9C2B-9DAEE90BA633}"/>
              </a:ext>
            </a:extLst>
          </p:cNvPr>
          <p:cNvSpPr>
            <a:spLocks xmlns:a="http://schemas.openxmlformats.org/drawingml/2006/main" noGrp="1"/>
          </p:cNvSpPr>
          <p:nvPr/>
        </p:nvSpPr>
        <p:spPr>
          <a:xfrm xmlns:a="http://schemas.openxmlformats.org/drawingml/2006/main">
            <a:off x="3476625" y="30289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4C554F"/>
                </a:solidFill>
                <a:latin typeface="Inter"/>
                <a:ea typeface="Inter"/>
                <a:cs typeface="Inter"/>
              </a:defRPr>
            </a:defPPr>
            <a:lvl1pPr algn="l">
              <a:defRPr sz="1200" b="1">
                <a:solidFill>
                  <a:srgbClr val="4C554F"/>
                </a:solidFill>
                <a:latin typeface="Inter"/>
                <a:ea typeface="Inter"/>
                <a:cs typeface="Inter"/>
              </a:defRPr>
            </a:lvl1pPr>
            <a:lvl2pPr algn="l">
              <a:defRPr sz="1200" b="1">
                <a:solidFill>
                  <a:srgbClr val="4C554F"/>
                </a:solidFill>
                <a:latin typeface="Inter"/>
                <a:ea typeface="Inter"/>
                <a:cs typeface="Inter"/>
              </a:defRPr>
            </a:lvl2pPr>
            <a:lvl3pPr algn="l">
              <a:defRPr sz="1200" b="1">
                <a:solidFill>
                  <a:srgbClr val="4C554F"/>
                </a:solidFill>
                <a:latin typeface="Inter"/>
                <a:ea typeface="Inter"/>
                <a:cs typeface="Inter"/>
              </a:defRPr>
            </a:lvl3pPr>
            <a:lvl4pPr algn="l">
              <a:defRPr sz="1200" b="1">
                <a:solidFill>
                  <a:srgbClr val="4C554F"/>
                </a:solidFill>
                <a:latin typeface="Inter"/>
                <a:ea typeface="Inter"/>
                <a:cs typeface="Inter"/>
              </a:defRPr>
            </a:lvl4pPr>
            <a:lvl5pPr algn="l">
              <a:defRPr sz="1200" b="1">
                <a:solidFill>
                  <a:srgbClr val="4C554F"/>
                </a:solidFill>
                <a:latin typeface="Inter"/>
                <a:ea typeface="Inter"/>
                <a:cs typeface="Inter"/>
              </a:defRPr>
            </a:lvl5pPr>
            <a:lvl6pPr algn="l">
              <a:defRPr sz="1200" b="1">
                <a:solidFill>
                  <a:srgbClr val="4C554F"/>
                </a:solidFill>
                <a:latin typeface="Inter"/>
                <a:ea typeface="Inter"/>
                <a:cs typeface="Inter"/>
              </a:defRPr>
            </a:lvl6pPr>
            <a:lvl7pPr algn="l">
              <a:defRPr sz="1200" b="1">
                <a:solidFill>
                  <a:srgbClr val="4C554F"/>
                </a:solidFill>
                <a:latin typeface="Inter"/>
                <a:ea typeface="Inter"/>
                <a:cs typeface="Inter"/>
              </a:defRPr>
            </a:lvl7pPr>
            <a:lvl8pPr algn="l">
              <a:defRPr sz="1200" b="1">
                <a:solidFill>
                  <a:srgbClr val="4C554F"/>
                </a:solidFill>
                <a:latin typeface="Inter"/>
                <a:ea typeface="Inter"/>
                <a:cs typeface="Inter"/>
              </a:defRPr>
            </a:lvl8pPr>
            <a:lvl9pPr algn="l">
              <a:defRPr sz="1200" b="1">
                <a:solidFill>
                  <a:srgbClr val="4C554F"/>
                </a:solidFill>
                <a:latin typeface="Inter"/>
                <a:ea typeface="Inter"/>
                <a:cs typeface="Inter"/>
              </a:defRPr>
            </a:lvl9pPr>
          </a:lstStyle>
          <a:p xmlns:a="http://schemas.openxmlformats.org/drawingml/2006/main">
            <a:pPr algn="l">
              <a:defRPr sz="1200" b="1">
                <a:solidFill>
                  <a:srgbClr val="4C554F"/>
                </a:solidFill>
                <a:latin typeface="Inter"/>
                <a:ea typeface="Inter"/>
                <a:cs typeface="Inter"/>
              </a:defRPr>
            </a:pPr>
            <a:r>
              <a:rPr sz="1200" b="1">
                <a:solidFill>
                  <a:srgbClr val="4C554F"/>
                </a:solidFill>
                <a:latin typeface="Inter"/>
                <a:ea typeface="Inter"/>
                <a:cs typeface="Inter"/>
              </a:rPr>
              <a:t>EXTRACT</a:t>
            </a:r>
          </a:p>
        </p:txBody>
      </p:sp>
      <p:sp>
        <p:nvSpPr>
          <p:cNvPr id="11" name="stage-2-body">
            <a:extLst xmlns:a="http://schemas.openxmlformats.org/drawingml/2006/main">
              <a:ext uri="{FF2B5EF4-FFF2-40B4-BE49-F238E27FC236}">
                <a16:creationId xmlns:a16="http://schemas.microsoft.com/office/drawing/2014/main" id="{08856DAA-8145-45DD-9694-84127AD96E6D}"/>
              </a:ext>
            </a:extLst>
          </p:cNvPr>
          <p:cNvSpPr>
            <a:spLocks xmlns:a="http://schemas.openxmlformats.org/drawingml/2006/main" noGrp="1"/>
          </p:cNvSpPr>
          <p:nvPr/>
        </p:nvSpPr>
        <p:spPr>
          <a:xfrm xmlns:a="http://schemas.openxmlformats.org/drawingml/2006/main">
            <a:off x="3476625" y="3476625"/>
            <a:ext cx="2381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11613"/>
                </a:solidFill>
                <a:latin typeface="Inter"/>
                <a:ea typeface="Inter"/>
                <a:cs typeface="Inter"/>
              </a:defRPr>
            </a:defPPr>
            <a:lvl1pPr algn="l">
              <a:defRPr sz="1725" b="1">
                <a:solidFill>
                  <a:srgbClr val="111613"/>
                </a:solidFill>
                <a:latin typeface="Inter"/>
                <a:ea typeface="Inter"/>
                <a:cs typeface="Inter"/>
              </a:defRPr>
            </a:lvl1pPr>
            <a:lvl2pPr algn="l">
              <a:defRPr sz="1725" b="1">
                <a:solidFill>
                  <a:srgbClr val="111613"/>
                </a:solidFill>
                <a:latin typeface="Inter"/>
                <a:ea typeface="Inter"/>
                <a:cs typeface="Inter"/>
              </a:defRPr>
            </a:lvl2pPr>
            <a:lvl3pPr algn="l">
              <a:defRPr sz="1725" b="1">
                <a:solidFill>
                  <a:srgbClr val="111613"/>
                </a:solidFill>
                <a:latin typeface="Inter"/>
                <a:ea typeface="Inter"/>
                <a:cs typeface="Inter"/>
              </a:defRPr>
            </a:lvl3pPr>
            <a:lvl4pPr algn="l">
              <a:defRPr sz="1725" b="1">
                <a:solidFill>
                  <a:srgbClr val="111613"/>
                </a:solidFill>
                <a:latin typeface="Inter"/>
                <a:ea typeface="Inter"/>
                <a:cs typeface="Inter"/>
              </a:defRPr>
            </a:lvl4pPr>
            <a:lvl5pPr algn="l">
              <a:defRPr sz="1725" b="1">
                <a:solidFill>
                  <a:srgbClr val="111613"/>
                </a:solidFill>
                <a:latin typeface="Inter"/>
                <a:ea typeface="Inter"/>
                <a:cs typeface="Inter"/>
              </a:defRPr>
            </a:lvl5pPr>
            <a:lvl6pPr algn="l">
              <a:defRPr sz="1725" b="1">
                <a:solidFill>
                  <a:srgbClr val="111613"/>
                </a:solidFill>
                <a:latin typeface="Inter"/>
                <a:ea typeface="Inter"/>
                <a:cs typeface="Inter"/>
              </a:defRPr>
            </a:lvl6pPr>
            <a:lvl7pPr algn="l">
              <a:defRPr sz="1725" b="1">
                <a:solidFill>
                  <a:srgbClr val="111613"/>
                </a:solidFill>
                <a:latin typeface="Inter"/>
                <a:ea typeface="Inter"/>
                <a:cs typeface="Inter"/>
              </a:defRPr>
            </a:lvl7pPr>
            <a:lvl8pPr algn="l">
              <a:defRPr sz="1725" b="1">
                <a:solidFill>
                  <a:srgbClr val="111613"/>
                </a:solidFill>
                <a:latin typeface="Inter"/>
                <a:ea typeface="Inter"/>
                <a:cs typeface="Inter"/>
              </a:defRPr>
            </a:lvl8pPr>
            <a:lvl9pPr algn="l">
              <a:defRPr sz="1725" b="1">
                <a:solidFill>
                  <a:srgbClr val="111613"/>
                </a:solidFill>
                <a:latin typeface="Inter"/>
                <a:ea typeface="Inter"/>
                <a:cs typeface="Inter"/>
              </a:defRPr>
            </a:lvl9pPr>
          </a:lstStyle>
          <a:p xmlns:a="http://schemas.openxmlformats.org/drawingml/2006/main">
            <a:pPr algn="l">
              <a:defRPr sz="1725" b="1">
                <a:solidFill>
                  <a:srgbClr val="111613"/>
                </a:solidFill>
                <a:latin typeface="Inter"/>
                <a:ea typeface="Inter"/>
                <a:cs typeface="Inter"/>
              </a:defRPr>
            </a:pPr>
            <a:r>
              <a:rPr sz="1725" b="1">
                <a:solidFill>
                  <a:srgbClr val="111613"/>
                </a:solidFill>
                <a:latin typeface="Inter"/>
                <a:ea typeface="Inter"/>
                <a:cs typeface="Inter"/>
              </a:rPr>
              <a:t>Gemma proposes structured rules</a:t>
            </a:r>
          </a:p>
        </p:txBody>
      </p:sp>
      <p:sp>
        <p:nvSpPr>
          <p:cNvPr id="12" name="stage-separator-1">
            <a:extLst xmlns:a="http://schemas.openxmlformats.org/drawingml/2006/main">
              <a:ext uri="{FF2B5EF4-FFF2-40B4-BE49-F238E27FC236}">
                <a16:creationId xmlns:a16="http://schemas.microsoft.com/office/drawing/2014/main" id="{9A39F6BC-C27B-41D0-9523-90C2AD2817E3}"/>
              </a:ext>
            </a:extLst>
          </p:cNvPr>
          <p:cNvSpPr>
            <a:spLocks xmlns:a="http://schemas.openxmlformats.org/drawingml/2006/main" noGrp="1"/>
          </p:cNvSpPr>
          <p:nvPr/>
        </p:nvSpPr>
        <p:spPr>
          <a:xfrm xmlns:a="http://schemas.openxmlformats.org/drawingml/2006/main">
            <a:off x="5953125" y="2266950"/>
            <a:ext cx="9525" cy="2190750"/>
          </a:xfrm>
          <a:prstGeom xmlns:a="http://schemas.openxmlformats.org/drawingml/2006/main" prst="rect">
            <a:avLst/>
          </a:prstGeom>
          <a:solidFill xmlns:a="http://schemas.openxmlformats.org/drawingml/2006/main">
            <a:srgbClr val="C9CEC9"/>
          </a:solidFill>
          <a:ln xmlns:a="http://schemas.openxmlformats.org/drawingml/2006/main" w="0">
            <a:noFill/>
            <a:prstDash val="solid"/>
          </a:ln>
        </p:spPr>
      </p:sp>
      <p:sp>
        <p:nvSpPr>
          <p:cNvPr id="13" name="stage-3-number">
            <a:extLst xmlns:a="http://schemas.openxmlformats.org/drawingml/2006/main">
              <a:ext uri="{FF2B5EF4-FFF2-40B4-BE49-F238E27FC236}">
                <a16:creationId xmlns:a16="http://schemas.microsoft.com/office/drawing/2014/main" id="{60B33F78-9B89-4DD2-BB1B-C28C2D04F518}"/>
              </a:ext>
            </a:extLst>
          </p:cNvPr>
          <p:cNvSpPr>
            <a:spLocks xmlns:a="http://schemas.openxmlformats.org/drawingml/2006/main" noGrp="1"/>
          </p:cNvSpPr>
          <p:nvPr/>
        </p:nvSpPr>
        <p:spPr>
          <a:xfrm xmlns:a="http://schemas.openxmlformats.org/drawingml/2006/main">
            <a:off x="6229350" y="2324100"/>
            <a:ext cx="838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a:solidFill>
                  <a:srgbClr val="087443"/>
                </a:solidFill>
                <a:latin typeface="Inter"/>
                <a:ea typeface="Inter"/>
                <a:cs typeface="Inter"/>
              </a:defRPr>
            </a:defPPr>
            <a:lvl1pPr algn="l">
              <a:defRPr sz="2475" b="1">
                <a:solidFill>
                  <a:srgbClr val="087443"/>
                </a:solidFill>
                <a:latin typeface="Inter"/>
                <a:ea typeface="Inter"/>
                <a:cs typeface="Inter"/>
              </a:defRPr>
            </a:lvl1pPr>
            <a:lvl2pPr algn="l">
              <a:defRPr sz="2475" b="1">
                <a:solidFill>
                  <a:srgbClr val="087443"/>
                </a:solidFill>
                <a:latin typeface="Inter"/>
                <a:ea typeface="Inter"/>
                <a:cs typeface="Inter"/>
              </a:defRPr>
            </a:lvl2pPr>
            <a:lvl3pPr algn="l">
              <a:defRPr sz="2475" b="1">
                <a:solidFill>
                  <a:srgbClr val="087443"/>
                </a:solidFill>
                <a:latin typeface="Inter"/>
                <a:ea typeface="Inter"/>
                <a:cs typeface="Inter"/>
              </a:defRPr>
            </a:lvl3pPr>
            <a:lvl4pPr algn="l">
              <a:defRPr sz="2475" b="1">
                <a:solidFill>
                  <a:srgbClr val="087443"/>
                </a:solidFill>
                <a:latin typeface="Inter"/>
                <a:ea typeface="Inter"/>
                <a:cs typeface="Inter"/>
              </a:defRPr>
            </a:lvl4pPr>
            <a:lvl5pPr algn="l">
              <a:defRPr sz="2475" b="1">
                <a:solidFill>
                  <a:srgbClr val="087443"/>
                </a:solidFill>
                <a:latin typeface="Inter"/>
                <a:ea typeface="Inter"/>
                <a:cs typeface="Inter"/>
              </a:defRPr>
            </a:lvl5pPr>
            <a:lvl6pPr algn="l">
              <a:defRPr sz="2475" b="1">
                <a:solidFill>
                  <a:srgbClr val="087443"/>
                </a:solidFill>
                <a:latin typeface="Inter"/>
                <a:ea typeface="Inter"/>
                <a:cs typeface="Inter"/>
              </a:defRPr>
            </a:lvl6pPr>
            <a:lvl7pPr algn="l">
              <a:defRPr sz="2475" b="1">
                <a:solidFill>
                  <a:srgbClr val="087443"/>
                </a:solidFill>
                <a:latin typeface="Inter"/>
                <a:ea typeface="Inter"/>
                <a:cs typeface="Inter"/>
              </a:defRPr>
            </a:lvl7pPr>
            <a:lvl8pPr algn="l">
              <a:defRPr sz="2475" b="1">
                <a:solidFill>
                  <a:srgbClr val="087443"/>
                </a:solidFill>
                <a:latin typeface="Inter"/>
                <a:ea typeface="Inter"/>
                <a:cs typeface="Inter"/>
              </a:defRPr>
            </a:lvl8pPr>
            <a:lvl9pPr algn="l">
              <a:defRPr sz="2475" b="1">
                <a:solidFill>
                  <a:srgbClr val="087443"/>
                </a:solidFill>
                <a:latin typeface="Inter"/>
                <a:ea typeface="Inter"/>
                <a:cs typeface="Inter"/>
              </a:defRPr>
            </a:lvl9pPr>
          </a:lstStyle>
          <a:p xmlns:a="http://schemas.openxmlformats.org/drawingml/2006/main">
            <a:pPr algn="l">
              <a:defRPr sz="2475" b="1">
                <a:solidFill>
                  <a:srgbClr val="087443"/>
                </a:solidFill>
                <a:latin typeface="Inter"/>
                <a:ea typeface="Inter"/>
                <a:cs typeface="Inter"/>
              </a:defRPr>
            </a:pPr>
            <a:r>
              <a:rPr sz="2475" b="1">
                <a:solidFill>
                  <a:srgbClr val="087443"/>
                </a:solidFill>
                <a:latin typeface="Inter"/>
                <a:ea typeface="Inter"/>
                <a:cs typeface="Inter"/>
              </a:rPr>
              <a:t>03</a:t>
            </a:r>
          </a:p>
        </p:txBody>
      </p:sp>
      <p:sp>
        <p:nvSpPr>
          <p:cNvPr id="14" name="stage-3-heading">
            <a:extLst xmlns:a="http://schemas.openxmlformats.org/drawingml/2006/main">
              <a:ext uri="{FF2B5EF4-FFF2-40B4-BE49-F238E27FC236}">
                <a16:creationId xmlns:a16="http://schemas.microsoft.com/office/drawing/2014/main" id="{6A7FA7DE-4492-4E72-9C2A-89037D0C17DB}"/>
              </a:ext>
            </a:extLst>
          </p:cNvPr>
          <p:cNvSpPr>
            <a:spLocks xmlns:a="http://schemas.openxmlformats.org/drawingml/2006/main" noGrp="1"/>
          </p:cNvSpPr>
          <p:nvPr/>
        </p:nvSpPr>
        <p:spPr>
          <a:xfrm xmlns:a="http://schemas.openxmlformats.org/drawingml/2006/main">
            <a:off x="6229350" y="30289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4C554F"/>
                </a:solidFill>
                <a:latin typeface="Inter"/>
                <a:ea typeface="Inter"/>
                <a:cs typeface="Inter"/>
              </a:defRPr>
            </a:defPPr>
            <a:lvl1pPr algn="l">
              <a:defRPr sz="1200" b="1">
                <a:solidFill>
                  <a:srgbClr val="4C554F"/>
                </a:solidFill>
                <a:latin typeface="Inter"/>
                <a:ea typeface="Inter"/>
                <a:cs typeface="Inter"/>
              </a:defRPr>
            </a:lvl1pPr>
            <a:lvl2pPr algn="l">
              <a:defRPr sz="1200" b="1">
                <a:solidFill>
                  <a:srgbClr val="4C554F"/>
                </a:solidFill>
                <a:latin typeface="Inter"/>
                <a:ea typeface="Inter"/>
                <a:cs typeface="Inter"/>
              </a:defRPr>
            </a:lvl2pPr>
            <a:lvl3pPr algn="l">
              <a:defRPr sz="1200" b="1">
                <a:solidFill>
                  <a:srgbClr val="4C554F"/>
                </a:solidFill>
                <a:latin typeface="Inter"/>
                <a:ea typeface="Inter"/>
                <a:cs typeface="Inter"/>
              </a:defRPr>
            </a:lvl3pPr>
            <a:lvl4pPr algn="l">
              <a:defRPr sz="1200" b="1">
                <a:solidFill>
                  <a:srgbClr val="4C554F"/>
                </a:solidFill>
                <a:latin typeface="Inter"/>
                <a:ea typeface="Inter"/>
                <a:cs typeface="Inter"/>
              </a:defRPr>
            </a:lvl4pPr>
            <a:lvl5pPr algn="l">
              <a:defRPr sz="1200" b="1">
                <a:solidFill>
                  <a:srgbClr val="4C554F"/>
                </a:solidFill>
                <a:latin typeface="Inter"/>
                <a:ea typeface="Inter"/>
                <a:cs typeface="Inter"/>
              </a:defRPr>
            </a:lvl5pPr>
            <a:lvl6pPr algn="l">
              <a:defRPr sz="1200" b="1">
                <a:solidFill>
                  <a:srgbClr val="4C554F"/>
                </a:solidFill>
                <a:latin typeface="Inter"/>
                <a:ea typeface="Inter"/>
                <a:cs typeface="Inter"/>
              </a:defRPr>
            </a:lvl6pPr>
            <a:lvl7pPr algn="l">
              <a:defRPr sz="1200" b="1">
                <a:solidFill>
                  <a:srgbClr val="4C554F"/>
                </a:solidFill>
                <a:latin typeface="Inter"/>
                <a:ea typeface="Inter"/>
                <a:cs typeface="Inter"/>
              </a:defRPr>
            </a:lvl7pPr>
            <a:lvl8pPr algn="l">
              <a:defRPr sz="1200" b="1">
                <a:solidFill>
                  <a:srgbClr val="4C554F"/>
                </a:solidFill>
                <a:latin typeface="Inter"/>
                <a:ea typeface="Inter"/>
                <a:cs typeface="Inter"/>
              </a:defRPr>
            </a:lvl8pPr>
            <a:lvl9pPr algn="l">
              <a:defRPr sz="1200" b="1">
                <a:solidFill>
                  <a:srgbClr val="4C554F"/>
                </a:solidFill>
                <a:latin typeface="Inter"/>
                <a:ea typeface="Inter"/>
                <a:cs typeface="Inter"/>
              </a:defRPr>
            </a:lvl9pPr>
          </a:lstStyle>
          <a:p xmlns:a="http://schemas.openxmlformats.org/drawingml/2006/main">
            <a:pPr algn="l">
              <a:defRPr sz="1200" b="1">
                <a:solidFill>
                  <a:srgbClr val="4C554F"/>
                </a:solidFill>
                <a:latin typeface="Inter"/>
                <a:ea typeface="Inter"/>
                <a:cs typeface="Inter"/>
              </a:defRPr>
            </a:pPr>
            <a:r>
              <a:rPr sz="1200" b="1">
                <a:solidFill>
                  <a:srgbClr val="4C554F"/>
                </a:solidFill>
                <a:latin typeface="Inter"/>
                <a:ea typeface="Inter"/>
                <a:cs typeface="Inter"/>
              </a:rPr>
              <a:t>CHECK EVIDENCE</a:t>
            </a:r>
          </a:p>
        </p:txBody>
      </p:sp>
      <p:sp>
        <p:nvSpPr>
          <p:cNvPr id="15" name="stage-3-body">
            <a:extLst xmlns:a="http://schemas.openxmlformats.org/drawingml/2006/main">
              <a:ext uri="{FF2B5EF4-FFF2-40B4-BE49-F238E27FC236}">
                <a16:creationId xmlns:a16="http://schemas.microsoft.com/office/drawing/2014/main" id="{A52542F4-CBE1-4821-9C62-B9624B80ECD2}"/>
              </a:ext>
            </a:extLst>
          </p:cNvPr>
          <p:cNvSpPr>
            <a:spLocks xmlns:a="http://schemas.openxmlformats.org/drawingml/2006/main" noGrp="1"/>
          </p:cNvSpPr>
          <p:nvPr/>
        </p:nvSpPr>
        <p:spPr>
          <a:xfrm xmlns:a="http://schemas.openxmlformats.org/drawingml/2006/main">
            <a:off x="6229350" y="3476625"/>
            <a:ext cx="2381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11613"/>
                </a:solidFill>
                <a:latin typeface="Inter"/>
                <a:ea typeface="Inter"/>
                <a:cs typeface="Inter"/>
              </a:defRPr>
            </a:defPPr>
            <a:lvl1pPr algn="l">
              <a:defRPr sz="1725" b="1">
                <a:solidFill>
                  <a:srgbClr val="111613"/>
                </a:solidFill>
                <a:latin typeface="Inter"/>
                <a:ea typeface="Inter"/>
                <a:cs typeface="Inter"/>
              </a:defRPr>
            </a:lvl1pPr>
            <a:lvl2pPr algn="l">
              <a:defRPr sz="1725" b="1">
                <a:solidFill>
                  <a:srgbClr val="111613"/>
                </a:solidFill>
                <a:latin typeface="Inter"/>
                <a:ea typeface="Inter"/>
                <a:cs typeface="Inter"/>
              </a:defRPr>
            </a:lvl2pPr>
            <a:lvl3pPr algn="l">
              <a:defRPr sz="1725" b="1">
                <a:solidFill>
                  <a:srgbClr val="111613"/>
                </a:solidFill>
                <a:latin typeface="Inter"/>
                <a:ea typeface="Inter"/>
                <a:cs typeface="Inter"/>
              </a:defRPr>
            </a:lvl3pPr>
            <a:lvl4pPr algn="l">
              <a:defRPr sz="1725" b="1">
                <a:solidFill>
                  <a:srgbClr val="111613"/>
                </a:solidFill>
                <a:latin typeface="Inter"/>
                <a:ea typeface="Inter"/>
                <a:cs typeface="Inter"/>
              </a:defRPr>
            </a:lvl4pPr>
            <a:lvl5pPr algn="l">
              <a:defRPr sz="1725" b="1">
                <a:solidFill>
                  <a:srgbClr val="111613"/>
                </a:solidFill>
                <a:latin typeface="Inter"/>
                <a:ea typeface="Inter"/>
                <a:cs typeface="Inter"/>
              </a:defRPr>
            </a:lvl5pPr>
            <a:lvl6pPr algn="l">
              <a:defRPr sz="1725" b="1">
                <a:solidFill>
                  <a:srgbClr val="111613"/>
                </a:solidFill>
                <a:latin typeface="Inter"/>
                <a:ea typeface="Inter"/>
                <a:cs typeface="Inter"/>
              </a:defRPr>
            </a:lvl6pPr>
            <a:lvl7pPr algn="l">
              <a:defRPr sz="1725" b="1">
                <a:solidFill>
                  <a:srgbClr val="111613"/>
                </a:solidFill>
                <a:latin typeface="Inter"/>
                <a:ea typeface="Inter"/>
                <a:cs typeface="Inter"/>
              </a:defRPr>
            </a:lvl7pPr>
            <a:lvl8pPr algn="l">
              <a:defRPr sz="1725" b="1">
                <a:solidFill>
                  <a:srgbClr val="111613"/>
                </a:solidFill>
                <a:latin typeface="Inter"/>
                <a:ea typeface="Inter"/>
                <a:cs typeface="Inter"/>
              </a:defRPr>
            </a:lvl8pPr>
            <a:lvl9pPr algn="l">
              <a:defRPr sz="1725" b="1">
                <a:solidFill>
                  <a:srgbClr val="111613"/>
                </a:solidFill>
                <a:latin typeface="Inter"/>
                <a:ea typeface="Inter"/>
                <a:cs typeface="Inter"/>
              </a:defRPr>
            </a:lvl9pPr>
          </a:lstStyle>
          <a:p xmlns:a="http://schemas.openxmlformats.org/drawingml/2006/main">
            <a:pPr algn="l">
              <a:defRPr sz="1725" b="1">
                <a:solidFill>
                  <a:srgbClr val="111613"/>
                </a:solidFill>
                <a:latin typeface="Inter"/>
                <a:ea typeface="Inter"/>
                <a:cs typeface="Inter"/>
              </a:defRPr>
            </a:pPr>
            <a:r>
              <a:rPr sz="1725" b="1">
                <a:solidFill>
                  <a:srgbClr val="111613"/>
                </a:solidFill>
                <a:latin typeface="Inter"/>
                <a:ea typeface="Inter"/>
                <a:cs typeface="Inter"/>
              </a:rPr>
              <a:t>The app validates each source quote</a:t>
            </a:r>
          </a:p>
        </p:txBody>
      </p:sp>
      <p:sp>
        <p:nvSpPr>
          <p:cNvPr id="16" name="stage-separator-2">
            <a:extLst xmlns:a="http://schemas.openxmlformats.org/drawingml/2006/main">
              <a:ext uri="{FF2B5EF4-FFF2-40B4-BE49-F238E27FC236}">
                <a16:creationId xmlns:a16="http://schemas.microsoft.com/office/drawing/2014/main" id="{5EAC953F-F02E-47B7-B57E-1E89990A7C0C}"/>
              </a:ext>
            </a:extLst>
          </p:cNvPr>
          <p:cNvSpPr>
            <a:spLocks xmlns:a="http://schemas.openxmlformats.org/drawingml/2006/main" noGrp="1"/>
          </p:cNvSpPr>
          <p:nvPr/>
        </p:nvSpPr>
        <p:spPr>
          <a:xfrm xmlns:a="http://schemas.openxmlformats.org/drawingml/2006/main">
            <a:off x="8705850" y="2266950"/>
            <a:ext cx="9525" cy="2190750"/>
          </a:xfrm>
          <a:prstGeom xmlns:a="http://schemas.openxmlformats.org/drawingml/2006/main" prst="rect">
            <a:avLst/>
          </a:prstGeom>
          <a:solidFill xmlns:a="http://schemas.openxmlformats.org/drawingml/2006/main">
            <a:srgbClr val="C9CEC9"/>
          </a:solidFill>
          <a:ln xmlns:a="http://schemas.openxmlformats.org/drawingml/2006/main" w="0">
            <a:noFill/>
            <a:prstDash val="solid"/>
          </a:ln>
        </p:spPr>
      </p:sp>
      <p:sp>
        <p:nvSpPr>
          <p:cNvPr id="17" name="stage-4-number">
            <a:extLst xmlns:a="http://schemas.openxmlformats.org/drawingml/2006/main">
              <a:ext uri="{FF2B5EF4-FFF2-40B4-BE49-F238E27FC236}">
                <a16:creationId xmlns:a16="http://schemas.microsoft.com/office/drawing/2014/main" id="{5199DBF6-1C48-4FBC-9472-59CA6AE7275C}"/>
              </a:ext>
            </a:extLst>
          </p:cNvPr>
          <p:cNvSpPr>
            <a:spLocks xmlns:a="http://schemas.openxmlformats.org/drawingml/2006/main" noGrp="1"/>
          </p:cNvSpPr>
          <p:nvPr/>
        </p:nvSpPr>
        <p:spPr>
          <a:xfrm xmlns:a="http://schemas.openxmlformats.org/drawingml/2006/main">
            <a:off x="8982075" y="2324100"/>
            <a:ext cx="838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a:solidFill>
                  <a:srgbClr val="087443"/>
                </a:solidFill>
                <a:latin typeface="Inter"/>
                <a:ea typeface="Inter"/>
                <a:cs typeface="Inter"/>
              </a:defRPr>
            </a:defPPr>
            <a:lvl1pPr algn="l">
              <a:defRPr sz="2475" b="1">
                <a:solidFill>
                  <a:srgbClr val="087443"/>
                </a:solidFill>
                <a:latin typeface="Inter"/>
                <a:ea typeface="Inter"/>
                <a:cs typeface="Inter"/>
              </a:defRPr>
            </a:lvl1pPr>
            <a:lvl2pPr algn="l">
              <a:defRPr sz="2475" b="1">
                <a:solidFill>
                  <a:srgbClr val="087443"/>
                </a:solidFill>
                <a:latin typeface="Inter"/>
                <a:ea typeface="Inter"/>
                <a:cs typeface="Inter"/>
              </a:defRPr>
            </a:lvl2pPr>
            <a:lvl3pPr algn="l">
              <a:defRPr sz="2475" b="1">
                <a:solidFill>
                  <a:srgbClr val="087443"/>
                </a:solidFill>
                <a:latin typeface="Inter"/>
                <a:ea typeface="Inter"/>
                <a:cs typeface="Inter"/>
              </a:defRPr>
            </a:lvl3pPr>
            <a:lvl4pPr algn="l">
              <a:defRPr sz="2475" b="1">
                <a:solidFill>
                  <a:srgbClr val="087443"/>
                </a:solidFill>
                <a:latin typeface="Inter"/>
                <a:ea typeface="Inter"/>
                <a:cs typeface="Inter"/>
              </a:defRPr>
            </a:lvl4pPr>
            <a:lvl5pPr algn="l">
              <a:defRPr sz="2475" b="1">
                <a:solidFill>
                  <a:srgbClr val="087443"/>
                </a:solidFill>
                <a:latin typeface="Inter"/>
                <a:ea typeface="Inter"/>
                <a:cs typeface="Inter"/>
              </a:defRPr>
            </a:lvl5pPr>
            <a:lvl6pPr algn="l">
              <a:defRPr sz="2475" b="1">
                <a:solidFill>
                  <a:srgbClr val="087443"/>
                </a:solidFill>
                <a:latin typeface="Inter"/>
                <a:ea typeface="Inter"/>
                <a:cs typeface="Inter"/>
              </a:defRPr>
            </a:lvl6pPr>
            <a:lvl7pPr algn="l">
              <a:defRPr sz="2475" b="1">
                <a:solidFill>
                  <a:srgbClr val="087443"/>
                </a:solidFill>
                <a:latin typeface="Inter"/>
                <a:ea typeface="Inter"/>
                <a:cs typeface="Inter"/>
              </a:defRPr>
            </a:lvl7pPr>
            <a:lvl8pPr algn="l">
              <a:defRPr sz="2475" b="1">
                <a:solidFill>
                  <a:srgbClr val="087443"/>
                </a:solidFill>
                <a:latin typeface="Inter"/>
                <a:ea typeface="Inter"/>
                <a:cs typeface="Inter"/>
              </a:defRPr>
            </a:lvl8pPr>
            <a:lvl9pPr algn="l">
              <a:defRPr sz="2475" b="1">
                <a:solidFill>
                  <a:srgbClr val="087443"/>
                </a:solidFill>
                <a:latin typeface="Inter"/>
                <a:ea typeface="Inter"/>
                <a:cs typeface="Inter"/>
              </a:defRPr>
            </a:lvl9pPr>
          </a:lstStyle>
          <a:p xmlns:a="http://schemas.openxmlformats.org/drawingml/2006/main">
            <a:pPr algn="l">
              <a:defRPr sz="2475" b="1">
                <a:solidFill>
                  <a:srgbClr val="087443"/>
                </a:solidFill>
                <a:latin typeface="Inter"/>
                <a:ea typeface="Inter"/>
                <a:cs typeface="Inter"/>
              </a:defRPr>
            </a:pPr>
            <a:r>
              <a:rPr sz="2475" b="1">
                <a:solidFill>
                  <a:srgbClr val="087443"/>
                </a:solidFill>
                <a:latin typeface="Inter"/>
                <a:ea typeface="Inter"/>
                <a:cs typeface="Inter"/>
              </a:rPr>
              <a:t>04</a:t>
            </a:r>
          </a:p>
        </p:txBody>
      </p:sp>
      <p:sp>
        <p:nvSpPr>
          <p:cNvPr id="18" name="stage-4-heading">
            <a:extLst xmlns:a="http://schemas.openxmlformats.org/drawingml/2006/main">
              <a:ext uri="{FF2B5EF4-FFF2-40B4-BE49-F238E27FC236}">
                <a16:creationId xmlns:a16="http://schemas.microsoft.com/office/drawing/2014/main" id="{020874A3-7C43-47F1-A053-6BD6B2EFD0B2}"/>
              </a:ext>
            </a:extLst>
          </p:cNvPr>
          <p:cNvSpPr>
            <a:spLocks xmlns:a="http://schemas.openxmlformats.org/drawingml/2006/main" noGrp="1"/>
          </p:cNvSpPr>
          <p:nvPr/>
        </p:nvSpPr>
        <p:spPr>
          <a:xfrm xmlns:a="http://schemas.openxmlformats.org/drawingml/2006/main">
            <a:off x="8982075" y="30289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4C554F"/>
                </a:solidFill>
                <a:latin typeface="Inter"/>
                <a:ea typeface="Inter"/>
                <a:cs typeface="Inter"/>
              </a:defRPr>
            </a:defPPr>
            <a:lvl1pPr algn="l">
              <a:defRPr sz="1200" b="1">
                <a:solidFill>
                  <a:srgbClr val="4C554F"/>
                </a:solidFill>
                <a:latin typeface="Inter"/>
                <a:ea typeface="Inter"/>
                <a:cs typeface="Inter"/>
              </a:defRPr>
            </a:lvl1pPr>
            <a:lvl2pPr algn="l">
              <a:defRPr sz="1200" b="1">
                <a:solidFill>
                  <a:srgbClr val="4C554F"/>
                </a:solidFill>
                <a:latin typeface="Inter"/>
                <a:ea typeface="Inter"/>
                <a:cs typeface="Inter"/>
              </a:defRPr>
            </a:lvl2pPr>
            <a:lvl3pPr algn="l">
              <a:defRPr sz="1200" b="1">
                <a:solidFill>
                  <a:srgbClr val="4C554F"/>
                </a:solidFill>
                <a:latin typeface="Inter"/>
                <a:ea typeface="Inter"/>
                <a:cs typeface="Inter"/>
              </a:defRPr>
            </a:lvl3pPr>
            <a:lvl4pPr algn="l">
              <a:defRPr sz="1200" b="1">
                <a:solidFill>
                  <a:srgbClr val="4C554F"/>
                </a:solidFill>
                <a:latin typeface="Inter"/>
                <a:ea typeface="Inter"/>
                <a:cs typeface="Inter"/>
              </a:defRPr>
            </a:lvl4pPr>
            <a:lvl5pPr algn="l">
              <a:defRPr sz="1200" b="1">
                <a:solidFill>
                  <a:srgbClr val="4C554F"/>
                </a:solidFill>
                <a:latin typeface="Inter"/>
                <a:ea typeface="Inter"/>
                <a:cs typeface="Inter"/>
              </a:defRPr>
            </a:lvl5pPr>
            <a:lvl6pPr algn="l">
              <a:defRPr sz="1200" b="1">
                <a:solidFill>
                  <a:srgbClr val="4C554F"/>
                </a:solidFill>
                <a:latin typeface="Inter"/>
                <a:ea typeface="Inter"/>
                <a:cs typeface="Inter"/>
              </a:defRPr>
            </a:lvl6pPr>
            <a:lvl7pPr algn="l">
              <a:defRPr sz="1200" b="1">
                <a:solidFill>
                  <a:srgbClr val="4C554F"/>
                </a:solidFill>
                <a:latin typeface="Inter"/>
                <a:ea typeface="Inter"/>
                <a:cs typeface="Inter"/>
              </a:defRPr>
            </a:lvl7pPr>
            <a:lvl8pPr algn="l">
              <a:defRPr sz="1200" b="1">
                <a:solidFill>
                  <a:srgbClr val="4C554F"/>
                </a:solidFill>
                <a:latin typeface="Inter"/>
                <a:ea typeface="Inter"/>
                <a:cs typeface="Inter"/>
              </a:defRPr>
            </a:lvl8pPr>
            <a:lvl9pPr algn="l">
              <a:defRPr sz="1200" b="1">
                <a:solidFill>
                  <a:srgbClr val="4C554F"/>
                </a:solidFill>
                <a:latin typeface="Inter"/>
                <a:ea typeface="Inter"/>
                <a:cs typeface="Inter"/>
              </a:defRPr>
            </a:lvl9pPr>
          </a:lstStyle>
          <a:p xmlns:a="http://schemas.openxmlformats.org/drawingml/2006/main">
            <a:pPr algn="l">
              <a:defRPr sz="1200" b="1">
                <a:solidFill>
                  <a:srgbClr val="4C554F"/>
                </a:solidFill>
                <a:latin typeface="Inter"/>
                <a:ea typeface="Inter"/>
                <a:cs typeface="Inter"/>
              </a:defRPr>
            </a:pPr>
            <a:r>
              <a:rPr sz="1200" b="1">
                <a:solidFill>
                  <a:srgbClr val="4C554F"/>
                </a:solidFill>
                <a:latin typeface="Inter"/>
                <a:ea typeface="Inter"/>
                <a:cs typeface="Inter"/>
              </a:rPr>
              <a:t>EVALUATE</a:t>
            </a:r>
          </a:p>
        </p:txBody>
      </p:sp>
      <p:sp>
        <p:nvSpPr>
          <p:cNvPr id="19" name="stage-4-body">
            <a:extLst xmlns:a="http://schemas.openxmlformats.org/drawingml/2006/main">
              <a:ext uri="{FF2B5EF4-FFF2-40B4-BE49-F238E27FC236}">
                <a16:creationId xmlns:a16="http://schemas.microsoft.com/office/drawing/2014/main" id="{145F70A3-932B-4820-95BF-FA0EF5DC6311}"/>
              </a:ext>
            </a:extLst>
          </p:cNvPr>
          <p:cNvSpPr>
            <a:spLocks xmlns:a="http://schemas.openxmlformats.org/drawingml/2006/main" noGrp="1"/>
          </p:cNvSpPr>
          <p:nvPr/>
        </p:nvSpPr>
        <p:spPr>
          <a:xfrm xmlns:a="http://schemas.openxmlformats.org/drawingml/2006/main">
            <a:off x="8982075" y="3476625"/>
            <a:ext cx="2381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11613"/>
                </a:solidFill>
                <a:latin typeface="Inter"/>
                <a:ea typeface="Inter"/>
                <a:cs typeface="Inter"/>
              </a:defRPr>
            </a:defPPr>
            <a:lvl1pPr algn="l">
              <a:defRPr sz="1725" b="1">
                <a:solidFill>
                  <a:srgbClr val="111613"/>
                </a:solidFill>
                <a:latin typeface="Inter"/>
                <a:ea typeface="Inter"/>
                <a:cs typeface="Inter"/>
              </a:defRPr>
            </a:lvl1pPr>
            <a:lvl2pPr algn="l">
              <a:defRPr sz="1725" b="1">
                <a:solidFill>
                  <a:srgbClr val="111613"/>
                </a:solidFill>
                <a:latin typeface="Inter"/>
                <a:ea typeface="Inter"/>
                <a:cs typeface="Inter"/>
              </a:defRPr>
            </a:lvl2pPr>
            <a:lvl3pPr algn="l">
              <a:defRPr sz="1725" b="1">
                <a:solidFill>
                  <a:srgbClr val="111613"/>
                </a:solidFill>
                <a:latin typeface="Inter"/>
                <a:ea typeface="Inter"/>
                <a:cs typeface="Inter"/>
              </a:defRPr>
            </a:lvl3pPr>
            <a:lvl4pPr algn="l">
              <a:defRPr sz="1725" b="1">
                <a:solidFill>
                  <a:srgbClr val="111613"/>
                </a:solidFill>
                <a:latin typeface="Inter"/>
                <a:ea typeface="Inter"/>
                <a:cs typeface="Inter"/>
              </a:defRPr>
            </a:lvl4pPr>
            <a:lvl5pPr algn="l">
              <a:defRPr sz="1725" b="1">
                <a:solidFill>
                  <a:srgbClr val="111613"/>
                </a:solidFill>
                <a:latin typeface="Inter"/>
                <a:ea typeface="Inter"/>
                <a:cs typeface="Inter"/>
              </a:defRPr>
            </a:lvl5pPr>
            <a:lvl6pPr algn="l">
              <a:defRPr sz="1725" b="1">
                <a:solidFill>
                  <a:srgbClr val="111613"/>
                </a:solidFill>
                <a:latin typeface="Inter"/>
                <a:ea typeface="Inter"/>
                <a:cs typeface="Inter"/>
              </a:defRPr>
            </a:lvl6pPr>
            <a:lvl7pPr algn="l">
              <a:defRPr sz="1725" b="1">
                <a:solidFill>
                  <a:srgbClr val="111613"/>
                </a:solidFill>
                <a:latin typeface="Inter"/>
                <a:ea typeface="Inter"/>
                <a:cs typeface="Inter"/>
              </a:defRPr>
            </a:lvl7pPr>
            <a:lvl8pPr algn="l">
              <a:defRPr sz="1725" b="1">
                <a:solidFill>
                  <a:srgbClr val="111613"/>
                </a:solidFill>
                <a:latin typeface="Inter"/>
                <a:ea typeface="Inter"/>
                <a:cs typeface="Inter"/>
              </a:defRPr>
            </a:lvl8pPr>
            <a:lvl9pPr algn="l">
              <a:defRPr sz="1725" b="1">
                <a:solidFill>
                  <a:srgbClr val="111613"/>
                </a:solidFill>
                <a:latin typeface="Inter"/>
                <a:ea typeface="Inter"/>
                <a:cs typeface="Inter"/>
              </a:defRPr>
            </a:lvl9pPr>
          </a:lstStyle>
          <a:p xmlns:a="http://schemas.openxmlformats.org/drawingml/2006/main">
            <a:pPr algn="l">
              <a:defRPr sz="1725" b="1">
                <a:solidFill>
                  <a:srgbClr val="111613"/>
                </a:solidFill>
                <a:latin typeface="Inter"/>
                <a:ea typeface="Inter"/>
                <a:cs typeface="Inter"/>
              </a:defRPr>
            </a:pPr>
            <a:r>
              <a:rPr sz="1725" b="1">
                <a:solidFill>
                  <a:srgbClr val="111613"/>
                </a:solidFill>
                <a:latin typeface="Inter"/>
                <a:ea typeface="Inter"/>
                <a:cs typeface="Inter"/>
              </a:rPr>
              <a:t>Code applies authority and evidence rules</a:t>
            </a:r>
          </a:p>
        </p:txBody>
      </p:sp>
      <p:sp>
        <p:nvSpPr>
          <p:cNvPr id="20" name="bottom-rule">
            <a:extLst xmlns:a="http://schemas.openxmlformats.org/drawingml/2006/main">
              <a:ext uri="{FF2B5EF4-FFF2-40B4-BE49-F238E27FC236}">
                <a16:creationId xmlns:a16="http://schemas.microsoft.com/office/drawing/2014/main" id="{07976AEF-1D46-460A-85BA-63948835AABB}"/>
              </a:ext>
            </a:extLst>
          </p:cNvPr>
          <p:cNvSpPr>
            <a:spLocks xmlns:a="http://schemas.openxmlformats.org/drawingml/2006/main" noGrp="1"/>
          </p:cNvSpPr>
          <p:nvPr/>
        </p:nvSpPr>
        <p:spPr>
          <a:xfrm xmlns:a="http://schemas.openxmlformats.org/drawingml/2006/main">
            <a:off x="723900" y="5010150"/>
            <a:ext cx="10744200" cy="9525"/>
          </a:xfrm>
          <a:prstGeom xmlns:a="http://schemas.openxmlformats.org/drawingml/2006/main" prst="rect">
            <a:avLst/>
          </a:prstGeom>
          <a:solidFill xmlns:a="http://schemas.openxmlformats.org/drawingml/2006/main">
            <a:srgbClr val="C9CEC9"/>
          </a:solidFill>
          <a:ln xmlns:a="http://schemas.openxmlformats.org/drawingml/2006/main" w="0">
            <a:noFill/>
            <a:prstDash val="solid"/>
          </a:ln>
        </p:spPr>
      </p:sp>
      <p:sp>
        <p:nvSpPr>
          <p:cNvPr id="21" name="workflow-summary">
            <a:extLst xmlns:a="http://schemas.openxmlformats.org/drawingml/2006/main">
              <a:ext uri="{FF2B5EF4-FFF2-40B4-BE49-F238E27FC236}">
                <a16:creationId xmlns:a16="http://schemas.microsoft.com/office/drawing/2014/main" id="{E08FF47B-4E9A-4917-806B-5C3595423C32}"/>
              </a:ext>
            </a:extLst>
          </p:cNvPr>
          <p:cNvSpPr>
            <a:spLocks xmlns:a="http://schemas.openxmlformats.org/drawingml/2006/main" noGrp="1"/>
          </p:cNvSpPr>
          <p:nvPr/>
        </p:nvSpPr>
        <p:spPr>
          <a:xfrm xmlns:a="http://schemas.openxmlformats.org/drawingml/2006/main">
            <a:off x="723900" y="533400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11613"/>
                </a:solidFill>
                <a:latin typeface="Inter"/>
                <a:ea typeface="Inter"/>
                <a:cs typeface="Inter"/>
              </a:defRPr>
            </a:defPPr>
            <a:lvl1pPr algn="l">
              <a:defRPr sz="1875" b="1">
                <a:solidFill>
                  <a:srgbClr val="111613"/>
                </a:solidFill>
                <a:latin typeface="Inter"/>
                <a:ea typeface="Inter"/>
                <a:cs typeface="Inter"/>
              </a:defRPr>
            </a:lvl1pPr>
            <a:lvl2pPr algn="l">
              <a:defRPr sz="1875" b="1">
                <a:solidFill>
                  <a:srgbClr val="111613"/>
                </a:solidFill>
                <a:latin typeface="Inter"/>
                <a:ea typeface="Inter"/>
                <a:cs typeface="Inter"/>
              </a:defRPr>
            </a:lvl2pPr>
            <a:lvl3pPr algn="l">
              <a:defRPr sz="1875" b="1">
                <a:solidFill>
                  <a:srgbClr val="111613"/>
                </a:solidFill>
                <a:latin typeface="Inter"/>
                <a:ea typeface="Inter"/>
                <a:cs typeface="Inter"/>
              </a:defRPr>
            </a:lvl3pPr>
            <a:lvl4pPr algn="l">
              <a:defRPr sz="1875" b="1">
                <a:solidFill>
                  <a:srgbClr val="111613"/>
                </a:solidFill>
                <a:latin typeface="Inter"/>
                <a:ea typeface="Inter"/>
                <a:cs typeface="Inter"/>
              </a:defRPr>
            </a:lvl4pPr>
            <a:lvl5pPr algn="l">
              <a:defRPr sz="1875" b="1">
                <a:solidFill>
                  <a:srgbClr val="111613"/>
                </a:solidFill>
                <a:latin typeface="Inter"/>
                <a:ea typeface="Inter"/>
                <a:cs typeface="Inter"/>
              </a:defRPr>
            </a:lvl5pPr>
            <a:lvl6pPr algn="l">
              <a:defRPr sz="1875" b="1">
                <a:solidFill>
                  <a:srgbClr val="111613"/>
                </a:solidFill>
                <a:latin typeface="Inter"/>
                <a:ea typeface="Inter"/>
                <a:cs typeface="Inter"/>
              </a:defRPr>
            </a:lvl6pPr>
            <a:lvl7pPr algn="l">
              <a:defRPr sz="1875" b="1">
                <a:solidFill>
                  <a:srgbClr val="111613"/>
                </a:solidFill>
                <a:latin typeface="Inter"/>
                <a:ea typeface="Inter"/>
                <a:cs typeface="Inter"/>
              </a:defRPr>
            </a:lvl7pPr>
            <a:lvl8pPr algn="l">
              <a:defRPr sz="1875" b="1">
                <a:solidFill>
                  <a:srgbClr val="111613"/>
                </a:solidFill>
                <a:latin typeface="Inter"/>
                <a:ea typeface="Inter"/>
                <a:cs typeface="Inter"/>
              </a:defRPr>
            </a:lvl8pPr>
            <a:lvl9pPr algn="l">
              <a:defRPr sz="1875" b="1">
                <a:solidFill>
                  <a:srgbClr val="111613"/>
                </a:solidFill>
                <a:latin typeface="Inter"/>
                <a:ea typeface="Inter"/>
                <a:cs typeface="Inter"/>
              </a:defRPr>
            </a:lvl9pPr>
          </a:lstStyle>
          <a:p xmlns:a="http://schemas.openxmlformats.org/drawingml/2006/main">
            <a:pPr algn="l">
              <a:defRPr sz="1875" b="1">
                <a:solidFill>
                  <a:srgbClr val="111613"/>
                </a:solidFill>
                <a:latin typeface="Inter"/>
                <a:ea typeface="Inter"/>
                <a:cs typeface="Inter"/>
              </a:defRPr>
            </a:pPr>
            <a:r>
              <a:rPr sz="1875" b="1">
                <a:solidFill>
                  <a:srgbClr val="111613"/>
                </a:solidFill>
                <a:latin typeface="Inter"/>
                <a:ea typeface="Inter"/>
                <a:cs typeface="Inter"/>
              </a:rPr>
              <a:t>The model extracts. The application verifies, ranks, and decides.</a:t>
            </a:r>
          </a:p>
        </p:txBody>
      </p:sp>
    </p:spTree>
    <p:extLst>
      <p:ext uri="{BB962C8B-B14F-4D97-AF65-F5344CB8AC3E}">
        <p14:creationId xmlns:p14="http://schemas.microsoft.com/office/powerpoint/2010/main" val="1473099944"/>
      </p:ext>
    </p:extLst>
  </p:cSld>
</p:sld>
</file>

<file path=ppt/slides/slide4.xml><?xml version="1.0" encoding="utf-8"?>
<p:sld xmlns:p="http://schemas.openxmlformats.org/presentationml/2006/main">
  <p:cSld>
    <p:bg>
      <p:bgPr>
        <a:solidFill xmlns:a="http://schemas.openxmlformats.org/drawingml/2006/main">
          <a:srgbClr val="111613"/>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8DB1DC2F-AFF6-4AB2-B560-308B52A59B7B}"/>
              </a:ext>
            </a:extLst>
          </p:cNvPr>
          <p:cNvSpPr>
            <a:spLocks xmlns:a="http://schemas.openxmlformats.org/drawingml/2006/main" noGrp="1"/>
          </p:cNvSpPr>
          <p:nvPr/>
        </p:nvSpPr>
        <p:spPr>
          <a:xfrm xmlns:a="http://schemas.openxmlformats.org/drawingml/2006/main">
            <a:off x="647700" y="3619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F1D8"/>
                </a:solidFill>
                <a:latin typeface="Inter"/>
                <a:ea typeface="Inter"/>
                <a:cs typeface="Inter"/>
              </a:defRPr>
            </a:defPPr>
            <a:lvl1pPr algn="l">
              <a:defRPr sz="1050" b="1">
                <a:solidFill>
                  <a:srgbClr val="C7F1D8"/>
                </a:solidFill>
                <a:latin typeface="Inter"/>
                <a:ea typeface="Inter"/>
                <a:cs typeface="Inter"/>
              </a:defRPr>
            </a:lvl1pPr>
            <a:lvl2pPr algn="l">
              <a:defRPr sz="1050" b="1">
                <a:solidFill>
                  <a:srgbClr val="C7F1D8"/>
                </a:solidFill>
                <a:latin typeface="Inter"/>
                <a:ea typeface="Inter"/>
                <a:cs typeface="Inter"/>
              </a:defRPr>
            </a:lvl2pPr>
            <a:lvl3pPr algn="l">
              <a:defRPr sz="1050" b="1">
                <a:solidFill>
                  <a:srgbClr val="C7F1D8"/>
                </a:solidFill>
                <a:latin typeface="Inter"/>
                <a:ea typeface="Inter"/>
                <a:cs typeface="Inter"/>
              </a:defRPr>
            </a:lvl3pPr>
            <a:lvl4pPr algn="l">
              <a:defRPr sz="1050" b="1">
                <a:solidFill>
                  <a:srgbClr val="C7F1D8"/>
                </a:solidFill>
                <a:latin typeface="Inter"/>
                <a:ea typeface="Inter"/>
                <a:cs typeface="Inter"/>
              </a:defRPr>
            </a:lvl4pPr>
            <a:lvl5pPr algn="l">
              <a:defRPr sz="1050" b="1">
                <a:solidFill>
                  <a:srgbClr val="C7F1D8"/>
                </a:solidFill>
                <a:latin typeface="Inter"/>
                <a:ea typeface="Inter"/>
                <a:cs typeface="Inter"/>
              </a:defRPr>
            </a:lvl5pPr>
            <a:lvl6pPr algn="l">
              <a:defRPr sz="1050" b="1">
                <a:solidFill>
                  <a:srgbClr val="C7F1D8"/>
                </a:solidFill>
                <a:latin typeface="Inter"/>
                <a:ea typeface="Inter"/>
                <a:cs typeface="Inter"/>
              </a:defRPr>
            </a:lvl6pPr>
            <a:lvl7pPr algn="l">
              <a:defRPr sz="1050" b="1">
                <a:solidFill>
                  <a:srgbClr val="C7F1D8"/>
                </a:solidFill>
                <a:latin typeface="Inter"/>
                <a:ea typeface="Inter"/>
                <a:cs typeface="Inter"/>
              </a:defRPr>
            </a:lvl7pPr>
            <a:lvl8pPr algn="l">
              <a:defRPr sz="1050" b="1">
                <a:solidFill>
                  <a:srgbClr val="C7F1D8"/>
                </a:solidFill>
                <a:latin typeface="Inter"/>
                <a:ea typeface="Inter"/>
                <a:cs typeface="Inter"/>
              </a:defRPr>
            </a:lvl8pPr>
            <a:lvl9pPr algn="l">
              <a:defRPr sz="1050" b="1">
                <a:solidFill>
                  <a:srgbClr val="C7F1D8"/>
                </a:solidFill>
                <a:latin typeface="Inter"/>
                <a:ea typeface="Inter"/>
                <a:cs typeface="Inter"/>
              </a:defRPr>
            </a:lvl9pPr>
          </a:lstStyle>
          <a:p xmlns:a="http://schemas.openxmlformats.org/drawingml/2006/main">
            <a:pPr algn="l">
              <a:defRPr sz="1050" b="1">
                <a:solidFill>
                  <a:srgbClr val="C7F1D8"/>
                </a:solidFill>
                <a:latin typeface="Inter"/>
                <a:ea typeface="Inter"/>
                <a:cs typeface="Inter"/>
              </a:defRPr>
            </a:pPr>
            <a:r>
              <a:rPr sz="1050" b="1">
                <a:solidFill>
                  <a:srgbClr val="C7F1D8"/>
                </a:solidFill>
                <a:latin typeface="Inter"/>
                <a:ea typeface="Inter"/>
                <a:cs typeface="Inter"/>
              </a:rPr>
              <a:t>TRUST BOUNDARY</a:t>
            </a:r>
          </a:p>
        </p:txBody>
      </p:sp>
      <p:sp>
        <p:nvSpPr>
          <p:cNvPr id="2" name="slide-number">
            <a:extLst xmlns:a="http://schemas.openxmlformats.org/drawingml/2006/main">
              <a:ext uri="{FF2B5EF4-FFF2-40B4-BE49-F238E27FC236}">
                <a16:creationId xmlns:a16="http://schemas.microsoft.com/office/drawing/2014/main" id="{D6C9BC89-F74B-4AA5-94CE-684FBD5A9059}"/>
              </a:ext>
            </a:extLst>
          </p:cNvPr>
          <p:cNvSpPr>
            <a:spLocks xmlns:a="http://schemas.openxmlformats.org/drawingml/2006/main" noGrp="1"/>
          </p:cNvSpPr>
          <p:nvPr/>
        </p:nvSpPr>
        <p:spPr>
          <a:xfrm xmlns:a="http://schemas.openxmlformats.org/drawingml/2006/main">
            <a:off x="10972800" y="3619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a:solidFill>
                  <a:srgbClr val="AAB3AE"/>
                </a:solidFill>
                <a:latin typeface="Inter"/>
                <a:ea typeface="Inter"/>
                <a:cs typeface="Inter"/>
              </a:defRPr>
            </a:defPPr>
            <a:lvl1pPr algn="r">
              <a:defRPr sz="1050" b="1">
                <a:solidFill>
                  <a:srgbClr val="AAB3AE"/>
                </a:solidFill>
                <a:latin typeface="Inter"/>
                <a:ea typeface="Inter"/>
                <a:cs typeface="Inter"/>
              </a:defRPr>
            </a:lvl1pPr>
            <a:lvl2pPr algn="r">
              <a:defRPr sz="1050" b="1">
                <a:solidFill>
                  <a:srgbClr val="AAB3AE"/>
                </a:solidFill>
                <a:latin typeface="Inter"/>
                <a:ea typeface="Inter"/>
                <a:cs typeface="Inter"/>
              </a:defRPr>
            </a:lvl2pPr>
            <a:lvl3pPr algn="r">
              <a:defRPr sz="1050" b="1">
                <a:solidFill>
                  <a:srgbClr val="AAB3AE"/>
                </a:solidFill>
                <a:latin typeface="Inter"/>
                <a:ea typeface="Inter"/>
                <a:cs typeface="Inter"/>
              </a:defRPr>
            </a:lvl3pPr>
            <a:lvl4pPr algn="r">
              <a:defRPr sz="1050" b="1">
                <a:solidFill>
                  <a:srgbClr val="AAB3AE"/>
                </a:solidFill>
                <a:latin typeface="Inter"/>
                <a:ea typeface="Inter"/>
                <a:cs typeface="Inter"/>
              </a:defRPr>
            </a:lvl4pPr>
            <a:lvl5pPr algn="r">
              <a:defRPr sz="1050" b="1">
                <a:solidFill>
                  <a:srgbClr val="AAB3AE"/>
                </a:solidFill>
                <a:latin typeface="Inter"/>
                <a:ea typeface="Inter"/>
                <a:cs typeface="Inter"/>
              </a:defRPr>
            </a:lvl5pPr>
            <a:lvl6pPr algn="r">
              <a:defRPr sz="1050" b="1">
                <a:solidFill>
                  <a:srgbClr val="AAB3AE"/>
                </a:solidFill>
                <a:latin typeface="Inter"/>
                <a:ea typeface="Inter"/>
                <a:cs typeface="Inter"/>
              </a:defRPr>
            </a:lvl6pPr>
            <a:lvl7pPr algn="r">
              <a:defRPr sz="1050" b="1">
                <a:solidFill>
                  <a:srgbClr val="AAB3AE"/>
                </a:solidFill>
                <a:latin typeface="Inter"/>
                <a:ea typeface="Inter"/>
                <a:cs typeface="Inter"/>
              </a:defRPr>
            </a:lvl7pPr>
            <a:lvl8pPr algn="r">
              <a:defRPr sz="1050" b="1">
                <a:solidFill>
                  <a:srgbClr val="AAB3AE"/>
                </a:solidFill>
                <a:latin typeface="Inter"/>
                <a:ea typeface="Inter"/>
                <a:cs typeface="Inter"/>
              </a:defRPr>
            </a:lvl8pPr>
            <a:lvl9pPr algn="r">
              <a:defRPr sz="1050" b="1">
                <a:solidFill>
                  <a:srgbClr val="AAB3AE"/>
                </a:solidFill>
                <a:latin typeface="Inter"/>
                <a:ea typeface="Inter"/>
                <a:cs typeface="Inter"/>
              </a:defRPr>
            </a:lvl9pPr>
          </a:lstStyle>
          <a:p xmlns:a="http://schemas.openxmlformats.org/drawingml/2006/main">
            <a:pPr algn="r">
              <a:defRPr sz="1050" b="1">
                <a:solidFill>
                  <a:srgbClr val="AAB3AE"/>
                </a:solidFill>
                <a:latin typeface="Inter"/>
                <a:ea typeface="Inter"/>
                <a:cs typeface="Inter"/>
              </a:defRPr>
            </a:pPr>
            <a:r>
              <a:rPr sz="1050" b="1">
                <a:solidFill>
                  <a:srgbClr val="AAB3AE"/>
                </a:solidFill>
                <a:latin typeface="Inter"/>
                <a:ea typeface="Inter"/>
                <a:cs typeface="Inter"/>
              </a:rPr>
              <a:t>04</a:t>
            </a:r>
          </a:p>
        </p:txBody>
      </p:sp>
      <p:sp>
        <p:nvSpPr>
          <p:cNvPr id="3" name="title">
            <a:extLst xmlns:a="http://schemas.openxmlformats.org/drawingml/2006/main">
              <a:ext uri="{FF2B5EF4-FFF2-40B4-BE49-F238E27FC236}">
                <a16:creationId xmlns:a16="http://schemas.microsoft.com/office/drawing/2014/main" id="{15440103-243C-4707-93CA-5F24B642FA7D}"/>
              </a:ext>
            </a:extLst>
          </p:cNvPr>
          <p:cNvSpPr>
            <a:spLocks xmlns:a="http://schemas.openxmlformats.org/drawingml/2006/main" noGrp="1"/>
          </p:cNvSpPr>
          <p:nvPr/>
        </p:nvSpPr>
        <p:spPr>
          <a:xfrm xmlns:a="http://schemas.openxmlformats.org/drawingml/2006/main">
            <a:off x="647700" y="781050"/>
            <a:ext cx="108108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FFFFFF"/>
                </a:solidFill>
                <a:latin typeface="Inter"/>
                <a:ea typeface="Inter"/>
                <a:cs typeface="Inter"/>
              </a:defRPr>
            </a:defPPr>
            <a:lvl1pPr algn="l">
              <a:defRPr sz="3225" b="1">
                <a:solidFill>
                  <a:srgbClr val="FFFFFF"/>
                </a:solidFill>
                <a:latin typeface="Inter"/>
                <a:ea typeface="Inter"/>
                <a:cs typeface="Inter"/>
              </a:defRPr>
            </a:lvl1pPr>
            <a:lvl2pPr algn="l">
              <a:defRPr sz="3225" b="1">
                <a:solidFill>
                  <a:srgbClr val="FFFFFF"/>
                </a:solidFill>
                <a:latin typeface="Inter"/>
                <a:ea typeface="Inter"/>
                <a:cs typeface="Inter"/>
              </a:defRPr>
            </a:lvl2pPr>
            <a:lvl3pPr algn="l">
              <a:defRPr sz="3225" b="1">
                <a:solidFill>
                  <a:srgbClr val="FFFFFF"/>
                </a:solidFill>
                <a:latin typeface="Inter"/>
                <a:ea typeface="Inter"/>
                <a:cs typeface="Inter"/>
              </a:defRPr>
            </a:lvl3pPr>
            <a:lvl4pPr algn="l">
              <a:defRPr sz="3225" b="1">
                <a:solidFill>
                  <a:srgbClr val="FFFFFF"/>
                </a:solidFill>
                <a:latin typeface="Inter"/>
                <a:ea typeface="Inter"/>
                <a:cs typeface="Inter"/>
              </a:defRPr>
            </a:lvl4pPr>
            <a:lvl5pPr algn="l">
              <a:defRPr sz="3225" b="1">
                <a:solidFill>
                  <a:srgbClr val="FFFFFF"/>
                </a:solidFill>
                <a:latin typeface="Inter"/>
                <a:ea typeface="Inter"/>
                <a:cs typeface="Inter"/>
              </a:defRPr>
            </a:lvl5pPr>
            <a:lvl6pPr algn="l">
              <a:defRPr sz="3225" b="1">
                <a:solidFill>
                  <a:srgbClr val="FFFFFF"/>
                </a:solidFill>
                <a:latin typeface="Inter"/>
                <a:ea typeface="Inter"/>
                <a:cs typeface="Inter"/>
              </a:defRPr>
            </a:lvl6pPr>
            <a:lvl7pPr algn="l">
              <a:defRPr sz="3225" b="1">
                <a:solidFill>
                  <a:srgbClr val="FFFFFF"/>
                </a:solidFill>
                <a:latin typeface="Inter"/>
                <a:ea typeface="Inter"/>
                <a:cs typeface="Inter"/>
              </a:defRPr>
            </a:lvl7pPr>
            <a:lvl8pPr algn="l">
              <a:defRPr sz="3225" b="1">
                <a:solidFill>
                  <a:srgbClr val="FFFFFF"/>
                </a:solidFill>
                <a:latin typeface="Inter"/>
                <a:ea typeface="Inter"/>
                <a:cs typeface="Inter"/>
              </a:defRPr>
            </a:lvl8pPr>
            <a:lvl9pPr algn="l">
              <a:defRPr sz="3225" b="1">
                <a:solidFill>
                  <a:srgbClr val="FFFFFF"/>
                </a:solidFill>
                <a:latin typeface="Inter"/>
                <a:ea typeface="Inter"/>
                <a:cs typeface="Inter"/>
              </a:defRPr>
            </a:lvl9pPr>
          </a:lstStyle>
          <a:p xmlns:a="http://schemas.openxmlformats.org/drawingml/2006/main">
            <a:pPr algn="l">
              <a:defRPr sz="3225" b="1">
                <a:solidFill>
                  <a:srgbClr val="FFFFFF"/>
                </a:solidFill>
                <a:latin typeface="Inter"/>
                <a:ea typeface="Inter"/>
                <a:cs typeface="Inter"/>
              </a:defRPr>
            </a:pPr>
            <a:r>
              <a:rPr sz="3225" b="1">
                <a:solidFill>
                  <a:srgbClr val="FFFFFF"/>
                </a:solidFill>
                <a:latin typeface="Inter"/>
                <a:ea typeface="Inter"/>
                <a:cs typeface="Inter"/>
              </a:rPr>
              <a:t>Authority comes from the source, not the model.</a:t>
            </a:r>
          </a:p>
        </p:txBody>
      </p:sp>
      <p:sp>
        <p:nvSpPr>
          <p:cNvPr id="4" name="title-rule">
            <a:extLst xmlns:a="http://schemas.openxmlformats.org/drawingml/2006/main">
              <a:ext uri="{FF2B5EF4-FFF2-40B4-BE49-F238E27FC236}">
                <a16:creationId xmlns:a16="http://schemas.microsoft.com/office/drawing/2014/main" id="{8515CC3A-E3A9-4C57-AAB3-39D414CDF487}"/>
              </a:ext>
            </a:extLst>
          </p:cNvPr>
          <p:cNvSpPr>
            <a:spLocks xmlns:a="http://schemas.openxmlformats.org/drawingml/2006/main" noGrp="1"/>
          </p:cNvSpPr>
          <p:nvPr/>
        </p:nvSpPr>
        <p:spPr>
          <a:xfrm xmlns:a="http://schemas.openxmlformats.org/drawingml/2006/main">
            <a:off x="647700" y="1695450"/>
            <a:ext cx="10896600" cy="19050"/>
          </a:xfrm>
          <a:prstGeom xmlns:a="http://schemas.openxmlformats.org/drawingml/2006/main" prst="rect">
            <a:avLst/>
          </a:prstGeom>
          <a:solidFill xmlns:a="http://schemas.openxmlformats.org/drawingml/2006/main">
            <a:srgbClr val="C7F1D8"/>
          </a:solidFill>
          <a:ln xmlns:a="http://schemas.openxmlformats.org/drawingml/2006/main" w="0">
            <a:noFill/>
            <a:prstDash val="solid"/>
          </a:ln>
        </p:spPr>
      </p:sp>
      <p:sp>
        <p:nvSpPr>
          <p:cNvPr id="5" name="model-label">
            <a:extLst xmlns:a="http://schemas.openxmlformats.org/drawingml/2006/main">
              <a:ext uri="{FF2B5EF4-FFF2-40B4-BE49-F238E27FC236}">
                <a16:creationId xmlns:a16="http://schemas.microsoft.com/office/drawing/2014/main" id="{F2F09C48-6F63-4AC5-9467-24BD61DE8036}"/>
              </a:ext>
            </a:extLst>
          </p:cNvPr>
          <p:cNvSpPr>
            <a:spLocks xmlns:a="http://schemas.openxmlformats.org/drawingml/2006/main" noGrp="1"/>
          </p:cNvSpPr>
          <p:nvPr/>
        </p:nvSpPr>
        <p:spPr>
          <a:xfrm xmlns:a="http://schemas.openxmlformats.org/drawingml/2006/main">
            <a:off x="723900" y="21717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C7F1D8"/>
                </a:solidFill>
                <a:latin typeface="Inter"/>
                <a:ea typeface="Inter"/>
                <a:cs typeface="Inter"/>
              </a:defRPr>
            </a:defPPr>
            <a:lvl1pPr algn="l">
              <a:defRPr sz="1200" b="1">
                <a:solidFill>
                  <a:srgbClr val="C7F1D8"/>
                </a:solidFill>
                <a:latin typeface="Inter"/>
                <a:ea typeface="Inter"/>
                <a:cs typeface="Inter"/>
              </a:defRPr>
            </a:lvl1pPr>
            <a:lvl2pPr algn="l">
              <a:defRPr sz="1200" b="1">
                <a:solidFill>
                  <a:srgbClr val="C7F1D8"/>
                </a:solidFill>
                <a:latin typeface="Inter"/>
                <a:ea typeface="Inter"/>
                <a:cs typeface="Inter"/>
              </a:defRPr>
            </a:lvl2pPr>
            <a:lvl3pPr algn="l">
              <a:defRPr sz="1200" b="1">
                <a:solidFill>
                  <a:srgbClr val="C7F1D8"/>
                </a:solidFill>
                <a:latin typeface="Inter"/>
                <a:ea typeface="Inter"/>
                <a:cs typeface="Inter"/>
              </a:defRPr>
            </a:lvl3pPr>
            <a:lvl4pPr algn="l">
              <a:defRPr sz="1200" b="1">
                <a:solidFill>
                  <a:srgbClr val="C7F1D8"/>
                </a:solidFill>
                <a:latin typeface="Inter"/>
                <a:ea typeface="Inter"/>
                <a:cs typeface="Inter"/>
              </a:defRPr>
            </a:lvl4pPr>
            <a:lvl5pPr algn="l">
              <a:defRPr sz="1200" b="1">
                <a:solidFill>
                  <a:srgbClr val="C7F1D8"/>
                </a:solidFill>
                <a:latin typeface="Inter"/>
                <a:ea typeface="Inter"/>
                <a:cs typeface="Inter"/>
              </a:defRPr>
            </a:lvl5pPr>
            <a:lvl6pPr algn="l">
              <a:defRPr sz="1200" b="1">
                <a:solidFill>
                  <a:srgbClr val="C7F1D8"/>
                </a:solidFill>
                <a:latin typeface="Inter"/>
                <a:ea typeface="Inter"/>
                <a:cs typeface="Inter"/>
              </a:defRPr>
            </a:lvl6pPr>
            <a:lvl7pPr algn="l">
              <a:defRPr sz="1200" b="1">
                <a:solidFill>
                  <a:srgbClr val="C7F1D8"/>
                </a:solidFill>
                <a:latin typeface="Inter"/>
                <a:ea typeface="Inter"/>
                <a:cs typeface="Inter"/>
              </a:defRPr>
            </a:lvl7pPr>
            <a:lvl8pPr algn="l">
              <a:defRPr sz="1200" b="1">
                <a:solidFill>
                  <a:srgbClr val="C7F1D8"/>
                </a:solidFill>
                <a:latin typeface="Inter"/>
                <a:ea typeface="Inter"/>
                <a:cs typeface="Inter"/>
              </a:defRPr>
            </a:lvl8pPr>
            <a:lvl9pPr algn="l">
              <a:defRPr sz="1200" b="1">
                <a:solidFill>
                  <a:srgbClr val="C7F1D8"/>
                </a:solidFill>
                <a:latin typeface="Inter"/>
                <a:ea typeface="Inter"/>
                <a:cs typeface="Inter"/>
              </a:defRPr>
            </a:lvl9pPr>
          </a:lstStyle>
          <a:p xmlns:a="http://schemas.openxmlformats.org/drawingml/2006/main">
            <a:pPr algn="l">
              <a:defRPr sz="1200" b="1">
                <a:solidFill>
                  <a:srgbClr val="C7F1D8"/>
                </a:solidFill>
                <a:latin typeface="Inter"/>
                <a:ea typeface="Inter"/>
                <a:cs typeface="Inter"/>
              </a:defRPr>
            </a:pPr>
            <a:r>
              <a:rPr sz="1200" b="1">
                <a:solidFill>
                  <a:srgbClr val="C7F1D8"/>
                </a:solidFill>
                <a:latin typeface="Inter"/>
                <a:ea typeface="Inter"/>
                <a:cs typeface="Inter"/>
              </a:rPr>
              <a:t>GEMMA 4</a:t>
            </a:r>
          </a:p>
        </p:txBody>
      </p:sp>
      <p:sp>
        <p:nvSpPr>
          <p:cNvPr id="6" name="model-copy">
            <a:extLst xmlns:a="http://schemas.openxmlformats.org/drawingml/2006/main">
              <a:ext uri="{FF2B5EF4-FFF2-40B4-BE49-F238E27FC236}">
                <a16:creationId xmlns:a16="http://schemas.microsoft.com/office/drawing/2014/main" id="{8CC628CA-E26E-40A8-AC7D-DC115326C719}"/>
              </a:ext>
            </a:extLst>
          </p:cNvPr>
          <p:cNvSpPr>
            <a:spLocks xmlns:a="http://schemas.openxmlformats.org/drawingml/2006/main" noGrp="1"/>
          </p:cNvSpPr>
          <p:nvPr/>
        </p:nvSpPr>
        <p:spPr>
          <a:xfrm xmlns:a="http://schemas.openxmlformats.org/drawingml/2006/main">
            <a:off x="723900" y="2657475"/>
            <a:ext cx="3143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FFFFFF"/>
                </a:solidFill>
                <a:latin typeface="Inter"/>
                <a:ea typeface="Inter"/>
                <a:cs typeface="Inter"/>
              </a:defRPr>
            </a:defPPr>
            <a:lvl1pPr algn="l">
              <a:defRPr sz="2025" b="1">
                <a:solidFill>
                  <a:srgbClr val="FFFFFF"/>
                </a:solidFill>
                <a:latin typeface="Inter"/>
                <a:ea typeface="Inter"/>
                <a:cs typeface="Inter"/>
              </a:defRPr>
            </a:lvl1pPr>
            <a:lvl2pPr algn="l">
              <a:defRPr sz="2025" b="1">
                <a:solidFill>
                  <a:srgbClr val="FFFFFF"/>
                </a:solidFill>
                <a:latin typeface="Inter"/>
                <a:ea typeface="Inter"/>
                <a:cs typeface="Inter"/>
              </a:defRPr>
            </a:lvl2pPr>
            <a:lvl3pPr algn="l">
              <a:defRPr sz="2025" b="1">
                <a:solidFill>
                  <a:srgbClr val="FFFFFF"/>
                </a:solidFill>
                <a:latin typeface="Inter"/>
                <a:ea typeface="Inter"/>
                <a:cs typeface="Inter"/>
              </a:defRPr>
            </a:lvl3pPr>
            <a:lvl4pPr algn="l">
              <a:defRPr sz="2025" b="1">
                <a:solidFill>
                  <a:srgbClr val="FFFFFF"/>
                </a:solidFill>
                <a:latin typeface="Inter"/>
                <a:ea typeface="Inter"/>
                <a:cs typeface="Inter"/>
              </a:defRPr>
            </a:lvl4pPr>
            <a:lvl5pPr algn="l">
              <a:defRPr sz="2025" b="1">
                <a:solidFill>
                  <a:srgbClr val="FFFFFF"/>
                </a:solidFill>
                <a:latin typeface="Inter"/>
                <a:ea typeface="Inter"/>
                <a:cs typeface="Inter"/>
              </a:defRPr>
            </a:lvl5pPr>
            <a:lvl6pPr algn="l">
              <a:defRPr sz="2025" b="1">
                <a:solidFill>
                  <a:srgbClr val="FFFFFF"/>
                </a:solidFill>
                <a:latin typeface="Inter"/>
                <a:ea typeface="Inter"/>
                <a:cs typeface="Inter"/>
              </a:defRPr>
            </a:lvl6pPr>
            <a:lvl7pPr algn="l">
              <a:defRPr sz="2025" b="1">
                <a:solidFill>
                  <a:srgbClr val="FFFFFF"/>
                </a:solidFill>
                <a:latin typeface="Inter"/>
                <a:ea typeface="Inter"/>
                <a:cs typeface="Inter"/>
              </a:defRPr>
            </a:lvl7pPr>
            <a:lvl8pPr algn="l">
              <a:defRPr sz="2025" b="1">
                <a:solidFill>
                  <a:srgbClr val="FFFFFF"/>
                </a:solidFill>
                <a:latin typeface="Inter"/>
                <a:ea typeface="Inter"/>
                <a:cs typeface="Inter"/>
              </a:defRPr>
            </a:lvl8pPr>
            <a:lvl9pPr algn="l">
              <a:defRPr sz="2025" b="1">
                <a:solidFill>
                  <a:srgbClr val="FFFFFF"/>
                </a:solidFill>
                <a:latin typeface="Inter"/>
                <a:ea typeface="Inter"/>
                <a:cs typeface="Inter"/>
              </a:defRPr>
            </a:lvl9pPr>
          </a:lstStyle>
          <a:p xmlns:a="http://schemas.openxmlformats.org/drawingml/2006/main">
            <a:pPr algn="l">
              <a:defRPr sz="2025" b="1">
                <a:solidFill>
                  <a:srgbClr val="FFFFFF"/>
                </a:solidFill>
                <a:latin typeface="Inter"/>
                <a:ea typeface="Inter"/>
                <a:cs typeface="Inter"/>
              </a:defRPr>
            </a:pPr>
            <a:r>
              <a:rPr sz="2025" b="1">
                <a:solidFill>
                  <a:srgbClr val="FFFFFF"/>
                </a:solidFill>
                <a:latin typeface="Inter"/>
                <a:ea typeface="Inter"/>
                <a:cs typeface="Inter"/>
              </a:rPr>
              <a:t>Finds candidate rules</a:t>
            </a:r>
          </a:p>
          <a:p xmlns:a="http://schemas.openxmlformats.org/drawingml/2006/main">
            <a:pPr algn="l">
              <a:defRPr sz="2025" b="1">
                <a:solidFill>
                  <a:srgbClr val="FFFFFF"/>
                </a:solidFill>
                <a:latin typeface="Inter"/>
                <a:ea typeface="Inter"/>
                <a:cs typeface="Inter"/>
              </a:defRPr>
            </a:pPr>
            <a:r>
              <a:rPr sz="2025" b="1">
                <a:solidFill>
                  <a:srgbClr val="FFFFFF"/>
                </a:solidFill>
                <a:latin typeface="Inter"/>
                <a:ea typeface="Inter"/>
                <a:cs typeface="Inter"/>
              </a:rPr>
              <a:t>and transcribes diagrams.</a:t>
            </a:r>
          </a:p>
        </p:txBody>
      </p:sp>
      <p:sp>
        <p:nvSpPr>
          <p:cNvPr id="7" name="divider-1">
            <a:extLst xmlns:a="http://schemas.openxmlformats.org/drawingml/2006/main">
              <a:ext uri="{FF2B5EF4-FFF2-40B4-BE49-F238E27FC236}">
                <a16:creationId xmlns:a16="http://schemas.microsoft.com/office/drawing/2014/main" id="{D0045230-AAF3-4DF0-9AC4-DFFF3BFECAAB}"/>
              </a:ext>
            </a:extLst>
          </p:cNvPr>
          <p:cNvSpPr>
            <a:spLocks xmlns:a="http://schemas.openxmlformats.org/drawingml/2006/main" noGrp="1"/>
          </p:cNvSpPr>
          <p:nvPr/>
        </p:nvSpPr>
        <p:spPr>
          <a:xfrm xmlns:a="http://schemas.openxmlformats.org/drawingml/2006/main">
            <a:off x="4133850" y="2133600"/>
            <a:ext cx="9525" cy="2400300"/>
          </a:xfrm>
          <a:prstGeom xmlns:a="http://schemas.openxmlformats.org/drawingml/2006/main" prst="rect">
            <a:avLst/>
          </a:prstGeom>
          <a:solidFill xmlns:a="http://schemas.openxmlformats.org/drawingml/2006/main">
            <a:srgbClr val="46504A"/>
          </a:solidFill>
          <a:ln xmlns:a="http://schemas.openxmlformats.org/drawingml/2006/main" w="0">
            <a:noFill/>
            <a:prstDash val="solid"/>
          </a:ln>
        </p:spPr>
      </p:sp>
      <p:sp>
        <p:nvSpPr>
          <p:cNvPr id="8" name="quote-label">
            <a:extLst xmlns:a="http://schemas.openxmlformats.org/drawingml/2006/main">
              <a:ext uri="{FF2B5EF4-FFF2-40B4-BE49-F238E27FC236}">
                <a16:creationId xmlns:a16="http://schemas.microsoft.com/office/drawing/2014/main" id="{06DF0680-7607-44C1-8A0E-CC75FCF6B1CB}"/>
              </a:ext>
            </a:extLst>
          </p:cNvPr>
          <p:cNvSpPr>
            <a:spLocks xmlns:a="http://schemas.openxmlformats.org/drawingml/2006/main" noGrp="1"/>
          </p:cNvSpPr>
          <p:nvPr/>
        </p:nvSpPr>
        <p:spPr>
          <a:xfrm xmlns:a="http://schemas.openxmlformats.org/drawingml/2006/main">
            <a:off x="4629150" y="21717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C7F1D8"/>
                </a:solidFill>
                <a:latin typeface="Inter"/>
                <a:ea typeface="Inter"/>
                <a:cs typeface="Inter"/>
              </a:defRPr>
            </a:defPPr>
            <a:lvl1pPr algn="l">
              <a:defRPr sz="1200" b="1">
                <a:solidFill>
                  <a:srgbClr val="C7F1D8"/>
                </a:solidFill>
                <a:latin typeface="Inter"/>
                <a:ea typeface="Inter"/>
                <a:cs typeface="Inter"/>
              </a:defRPr>
            </a:lvl1pPr>
            <a:lvl2pPr algn="l">
              <a:defRPr sz="1200" b="1">
                <a:solidFill>
                  <a:srgbClr val="C7F1D8"/>
                </a:solidFill>
                <a:latin typeface="Inter"/>
                <a:ea typeface="Inter"/>
                <a:cs typeface="Inter"/>
              </a:defRPr>
            </a:lvl2pPr>
            <a:lvl3pPr algn="l">
              <a:defRPr sz="1200" b="1">
                <a:solidFill>
                  <a:srgbClr val="C7F1D8"/>
                </a:solidFill>
                <a:latin typeface="Inter"/>
                <a:ea typeface="Inter"/>
                <a:cs typeface="Inter"/>
              </a:defRPr>
            </a:lvl3pPr>
            <a:lvl4pPr algn="l">
              <a:defRPr sz="1200" b="1">
                <a:solidFill>
                  <a:srgbClr val="C7F1D8"/>
                </a:solidFill>
                <a:latin typeface="Inter"/>
                <a:ea typeface="Inter"/>
                <a:cs typeface="Inter"/>
              </a:defRPr>
            </a:lvl4pPr>
            <a:lvl5pPr algn="l">
              <a:defRPr sz="1200" b="1">
                <a:solidFill>
                  <a:srgbClr val="C7F1D8"/>
                </a:solidFill>
                <a:latin typeface="Inter"/>
                <a:ea typeface="Inter"/>
                <a:cs typeface="Inter"/>
              </a:defRPr>
            </a:lvl5pPr>
            <a:lvl6pPr algn="l">
              <a:defRPr sz="1200" b="1">
                <a:solidFill>
                  <a:srgbClr val="C7F1D8"/>
                </a:solidFill>
                <a:latin typeface="Inter"/>
                <a:ea typeface="Inter"/>
                <a:cs typeface="Inter"/>
              </a:defRPr>
            </a:lvl6pPr>
            <a:lvl7pPr algn="l">
              <a:defRPr sz="1200" b="1">
                <a:solidFill>
                  <a:srgbClr val="C7F1D8"/>
                </a:solidFill>
                <a:latin typeface="Inter"/>
                <a:ea typeface="Inter"/>
                <a:cs typeface="Inter"/>
              </a:defRPr>
            </a:lvl7pPr>
            <a:lvl8pPr algn="l">
              <a:defRPr sz="1200" b="1">
                <a:solidFill>
                  <a:srgbClr val="C7F1D8"/>
                </a:solidFill>
                <a:latin typeface="Inter"/>
                <a:ea typeface="Inter"/>
                <a:cs typeface="Inter"/>
              </a:defRPr>
            </a:lvl8pPr>
            <a:lvl9pPr algn="l">
              <a:defRPr sz="1200" b="1">
                <a:solidFill>
                  <a:srgbClr val="C7F1D8"/>
                </a:solidFill>
                <a:latin typeface="Inter"/>
                <a:ea typeface="Inter"/>
                <a:cs typeface="Inter"/>
              </a:defRPr>
            </a:lvl9pPr>
          </a:lstStyle>
          <a:p xmlns:a="http://schemas.openxmlformats.org/drawingml/2006/main">
            <a:pPr algn="l">
              <a:defRPr sz="1200" b="1">
                <a:solidFill>
                  <a:srgbClr val="C7F1D8"/>
                </a:solidFill>
                <a:latin typeface="Inter"/>
                <a:ea typeface="Inter"/>
                <a:cs typeface="Inter"/>
              </a:defRPr>
            </a:pPr>
            <a:r>
              <a:rPr sz="1200" b="1">
                <a:solidFill>
                  <a:srgbClr val="C7F1D8"/>
                </a:solidFill>
                <a:latin typeface="Inter"/>
                <a:ea typeface="Inter"/>
                <a:cs typeface="Inter"/>
              </a:rPr>
              <a:t>QUOTE VERIFICATION</a:t>
            </a:r>
          </a:p>
        </p:txBody>
      </p:sp>
      <p:sp>
        <p:nvSpPr>
          <p:cNvPr id="9" name="quote-copy">
            <a:extLst xmlns:a="http://schemas.openxmlformats.org/drawingml/2006/main">
              <a:ext uri="{FF2B5EF4-FFF2-40B4-BE49-F238E27FC236}">
                <a16:creationId xmlns:a16="http://schemas.microsoft.com/office/drawing/2014/main" id="{9B552E36-0EC2-4317-AC85-BF9C45712B46}"/>
              </a:ext>
            </a:extLst>
          </p:cNvPr>
          <p:cNvSpPr>
            <a:spLocks xmlns:a="http://schemas.openxmlformats.org/drawingml/2006/main" noGrp="1"/>
          </p:cNvSpPr>
          <p:nvPr/>
        </p:nvSpPr>
        <p:spPr>
          <a:xfrm xmlns:a="http://schemas.openxmlformats.org/drawingml/2006/main">
            <a:off x="4629150" y="2657475"/>
            <a:ext cx="2857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FFFFFF"/>
                </a:solidFill>
                <a:latin typeface="Inter"/>
                <a:ea typeface="Inter"/>
                <a:cs typeface="Inter"/>
              </a:defRPr>
            </a:defPPr>
            <a:lvl1pPr algn="l">
              <a:defRPr sz="1875" b="1">
                <a:solidFill>
                  <a:srgbClr val="FFFFFF"/>
                </a:solidFill>
                <a:latin typeface="Inter"/>
                <a:ea typeface="Inter"/>
                <a:cs typeface="Inter"/>
              </a:defRPr>
            </a:lvl1pPr>
            <a:lvl2pPr algn="l">
              <a:defRPr sz="1875" b="1">
                <a:solidFill>
                  <a:srgbClr val="FFFFFF"/>
                </a:solidFill>
                <a:latin typeface="Inter"/>
                <a:ea typeface="Inter"/>
                <a:cs typeface="Inter"/>
              </a:defRPr>
            </a:lvl2pPr>
            <a:lvl3pPr algn="l">
              <a:defRPr sz="1875" b="1">
                <a:solidFill>
                  <a:srgbClr val="FFFFFF"/>
                </a:solidFill>
                <a:latin typeface="Inter"/>
                <a:ea typeface="Inter"/>
                <a:cs typeface="Inter"/>
              </a:defRPr>
            </a:lvl3pPr>
            <a:lvl4pPr algn="l">
              <a:defRPr sz="1875" b="1">
                <a:solidFill>
                  <a:srgbClr val="FFFFFF"/>
                </a:solidFill>
                <a:latin typeface="Inter"/>
                <a:ea typeface="Inter"/>
                <a:cs typeface="Inter"/>
              </a:defRPr>
            </a:lvl4pPr>
            <a:lvl5pPr algn="l">
              <a:defRPr sz="1875" b="1">
                <a:solidFill>
                  <a:srgbClr val="FFFFFF"/>
                </a:solidFill>
                <a:latin typeface="Inter"/>
                <a:ea typeface="Inter"/>
                <a:cs typeface="Inter"/>
              </a:defRPr>
            </a:lvl5pPr>
            <a:lvl6pPr algn="l">
              <a:defRPr sz="1875" b="1">
                <a:solidFill>
                  <a:srgbClr val="FFFFFF"/>
                </a:solidFill>
                <a:latin typeface="Inter"/>
                <a:ea typeface="Inter"/>
                <a:cs typeface="Inter"/>
              </a:defRPr>
            </a:lvl6pPr>
            <a:lvl7pPr algn="l">
              <a:defRPr sz="1875" b="1">
                <a:solidFill>
                  <a:srgbClr val="FFFFFF"/>
                </a:solidFill>
                <a:latin typeface="Inter"/>
                <a:ea typeface="Inter"/>
                <a:cs typeface="Inter"/>
              </a:defRPr>
            </a:lvl7pPr>
            <a:lvl8pPr algn="l">
              <a:defRPr sz="1875" b="1">
                <a:solidFill>
                  <a:srgbClr val="FFFFFF"/>
                </a:solidFill>
                <a:latin typeface="Inter"/>
                <a:ea typeface="Inter"/>
                <a:cs typeface="Inter"/>
              </a:defRPr>
            </a:lvl8pPr>
            <a:lvl9pPr algn="l">
              <a:defRPr sz="1875" b="1">
                <a:solidFill>
                  <a:srgbClr val="FFFFFF"/>
                </a:solidFill>
                <a:latin typeface="Inter"/>
                <a:ea typeface="Inter"/>
                <a:cs typeface="Inter"/>
              </a:defRPr>
            </a:lvl9pPr>
          </a:lstStyle>
          <a:p xmlns:a="http://schemas.openxmlformats.org/drawingml/2006/main">
            <a:pPr algn="l">
              <a:defRPr sz="1875" b="1">
                <a:solidFill>
                  <a:srgbClr val="FFFFFF"/>
                </a:solidFill>
                <a:latin typeface="Inter"/>
                <a:ea typeface="Inter"/>
                <a:cs typeface="Inter"/>
              </a:defRPr>
            </a:pPr>
            <a:r>
              <a:rPr sz="1875" b="1">
                <a:solidFill>
                  <a:srgbClr val="FFFFFF"/>
                </a:solidFill>
                <a:latin typeface="Inter"/>
                <a:ea typeface="Inter"/>
                <a:cs typeface="Inter"/>
              </a:rPr>
              <a:t>Rejects a rule if its citation does not appear in the source.</a:t>
            </a:r>
          </a:p>
        </p:txBody>
      </p:sp>
      <p:sp>
        <p:nvSpPr>
          <p:cNvPr id="10" name="divider-2">
            <a:extLst xmlns:a="http://schemas.openxmlformats.org/drawingml/2006/main">
              <a:ext uri="{FF2B5EF4-FFF2-40B4-BE49-F238E27FC236}">
                <a16:creationId xmlns:a16="http://schemas.microsoft.com/office/drawing/2014/main" id="{31E53147-A443-4A39-8FF5-75FD097D3DDC}"/>
              </a:ext>
            </a:extLst>
          </p:cNvPr>
          <p:cNvSpPr>
            <a:spLocks xmlns:a="http://schemas.openxmlformats.org/drawingml/2006/main" noGrp="1"/>
          </p:cNvSpPr>
          <p:nvPr/>
        </p:nvSpPr>
        <p:spPr>
          <a:xfrm xmlns:a="http://schemas.openxmlformats.org/drawingml/2006/main">
            <a:off x="7781925" y="2133600"/>
            <a:ext cx="9525" cy="2400300"/>
          </a:xfrm>
          <a:prstGeom xmlns:a="http://schemas.openxmlformats.org/drawingml/2006/main" prst="rect">
            <a:avLst/>
          </a:prstGeom>
          <a:solidFill xmlns:a="http://schemas.openxmlformats.org/drawingml/2006/main">
            <a:srgbClr val="46504A"/>
          </a:solidFill>
          <a:ln xmlns:a="http://schemas.openxmlformats.org/drawingml/2006/main" w="0">
            <a:noFill/>
            <a:prstDash val="solid"/>
          </a:ln>
        </p:spPr>
      </p:sp>
      <p:sp>
        <p:nvSpPr>
          <p:cNvPr id="11" name="code-label">
            <a:extLst xmlns:a="http://schemas.openxmlformats.org/drawingml/2006/main">
              <a:ext uri="{FF2B5EF4-FFF2-40B4-BE49-F238E27FC236}">
                <a16:creationId xmlns:a16="http://schemas.microsoft.com/office/drawing/2014/main" id="{B6CFAD87-F19F-48D5-ACEC-F98E08A54695}"/>
              </a:ext>
            </a:extLst>
          </p:cNvPr>
          <p:cNvSpPr>
            <a:spLocks xmlns:a="http://schemas.openxmlformats.org/drawingml/2006/main" noGrp="1"/>
          </p:cNvSpPr>
          <p:nvPr/>
        </p:nvSpPr>
        <p:spPr>
          <a:xfrm xmlns:a="http://schemas.openxmlformats.org/drawingml/2006/main">
            <a:off x="8305800" y="21717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C7F1D8"/>
                </a:solidFill>
                <a:latin typeface="Inter"/>
                <a:ea typeface="Inter"/>
                <a:cs typeface="Inter"/>
              </a:defRPr>
            </a:defPPr>
            <a:lvl1pPr algn="l">
              <a:defRPr sz="1200" b="1">
                <a:solidFill>
                  <a:srgbClr val="C7F1D8"/>
                </a:solidFill>
                <a:latin typeface="Inter"/>
                <a:ea typeface="Inter"/>
                <a:cs typeface="Inter"/>
              </a:defRPr>
            </a:lvl1pPr>
            <a:lvl2pPr algn="l">
              <a:defRPr sz="1200" b="1">
                <a:solidFill>
                  <a:srgbClr val="C7F1D8"/>
                </a:solidFill>
                <a:latin typeface="Inter"/>
                <a:ea typeface="Inter"/>
                <a:cs typeface="Inter"/>
              </a:defRPr>
            </a:lvl2pPr>
            <a:lvl3pPr algn="l">
              <a:defRPr sz="1200" b="1">
                <a:solidFill>
                  <a:srgbClr val="C7F1D8"/>
                </a:solidFill>
                <a:latin typeface="Inter"/>
                <a:ea typeface="Inter"/>
                <a:cs typeface="Inter"/>
              </a:defRPr>
            </a:lvl3pPr>
            <a:lvl4pPr algn="l">
              <a:defRPr sz="1200" b="1">
                <a:solidFill>
                  <a:srgbClr val="C7F1D8"/>
                </a:solidFill>
                <a:latin typeface="Inter"/>
                <a:ea typeface="Inter"/>
                <a:cs typeface="Inter"/>
              </a:defRPr>
            </a:lvl4pPr>
            <a:lvl5pPr algn="l">
              <a:defRPr sz="1200" b="1">
                <a:solidFill>
                  <a:srgbClr val="C7F1D8"/>
                </a:solidFill>
                <a:latin typeface="Inter"/>
                <a:ea typeface="Inter"/>
                <a:cs typeface="Inter"/>
              </a:defRPr>
            </a:lvl5pPr>
            <a:lvl6pPr algn="l">
              <a:defRPr sz="1200" b="1">
                <a:solidFill>
                  <a:srgbClr val="C7F1D8"/>
                </a:solidFill>
                <a:latin typeface="Inter"/>
                <a:ea typeface="Inter"/>
                <a:cs typeface="Inter"/>
              </a:defRPr>
            </a:lvl6pPr>
            <a:lvl7pPr algn="l">
              <a:defRPr sz="1200" b="1">
                <a:solidFill>
                  <a:srgbClr val="C7F1D8"/>
                </a:solidFill>
                <a:latin typeface="Inter"/>
                <a:ea typeface="Inter"/>
                <a:cs typeface="Inter"/>
              </a:defRPr>
            </a:lvl7pPr>
            <a:lvl8pPr algn="l">
              <a:defRPr sz="1200" b="1">
                <a:solidFill>
                  <a:srgbClr val="C7F1D8"/>
                </a:solidFill>
                <a:latin typeface="Inter"/>
                <a:ea typeface="Inter"/>
                <a:cs typeface="Inter"/>
              </a:defRPr>
            </a:lvl8pPr>
            <a:lvl9pPr algn="l">
              <a:defRPr sz="1200" b="1">
                <a:solidFill>
                  <a:srgbClr val="C7F1D8"/>
                </a:solidFill>
                <a:latin typeface="Inter"/>
                <a:ea typeface="Inter"/>
                <a:cs typeface="Inter"/>
              </a:defRPr>
            </a:lvl9pPr>
          </a:lstStyle>
          <a:p xmlns:a="http://schemas.openxmlformats.org/drawingml/2006/main">
            <a:pPr algn="l">
              <a:defRPr sz="1200" b="1">
                <a:solidFill>
                  <a:srgbClr val="C7F1D8"/>
                </a:solidFill>
                <a:latin typeface="Inter"/>
                <a:ea typeface="Inter"/>
                <a:cs typeface="Inter"/>
              </a:defRPr>
            </a:pPr>
            <a:r>
              <a:rPr sz="1200" b="1">
                <a:solidFill>
                  <a:srgbClr val="C7F1D8"/>
                </a:solidFill>
                <a:latin typeface="Inter"/>
                <a:ea typeface="Inter"/>
                <a:cs typeface="Inter"/>
              </a:rPr>
              <a:t>DETERMINISTIC CODE</a:t>
            </a:r>
          </a:p>
        </p:txBody>
      </p:sp>
      <p:sp>
        <p:nvSpPr>
          <p:cNvPr id="12" name="code-copy">
            <a:extLst xmlns:a="http://schemas.openxmlformats.org/drawingml/2006/main">
              <a:ext uri="{FF2B5EF4-FFF2-40B4-BE49-F238E27FC236}">
                <a16:creationId xmlns:a16="http://schemas.microsoft.com/office/drawing/2014/main" id="{5BA28D09-91BB-422C-8732-435E72F71CD5}"/>
              </a:ext>
            </a:extLst>
          </p:cNvPr>
          <p:cNvSpPr>
            <a:spLocks xmlns:a="http://schemas.openxmlformats.org/drawingml/2006/main" noGrp="1"/>
          </p:cNvSpPr>
          <p:nvPr/>
        </p:nvSpPr>
        <p:spPr>
          <a:xfrm xmlns:a="http://schemas.openxmlformats.org/drawingml/2006/main">
            <a:off x="8305800" y="2657475"/>
            <a:ext cx="31432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FFFFFF"/>
                </a:solidFill>
                <a:latin typeface="Inter"/>
                <a:ea typeface="Inter"/>
                <a:cs typeface="Inter"/>
              </a:defRPr>
            </a:defPPr>
            <a:lvl1pPr algn="l">
              <a:defRPr sz="1800" b="1">
                <a:solidFill>
                  <a:srgbClr val="FFFFFF"/>
                </a:solidFill>
                <a:latin typeface="Inter"/>
                <a:ea typeface="Inter"/>
                <a:cs typeface="Inter"/>
              </a:defRPr>
            </a:lvl1pPr>
            <a:lvl2pPr algn="l">
              <a:defRPr sz="1800" b="1">
                <a:solidFill>
                  <a:srgbClr val="FFFFFF"/>
                </a:solidFill>
                <a:latin typeface="Inter"/>
                <a:ea typeface="Inter"/>
                <a:cs typeface="Inter"/>
              </a:defRPr>
            </a:lvl2pPr>
            <a:lvl3pPr algn="l">
              <a:defRPr sz="1800" b="1">
                <a:solidFill>
                  <a:srgbClr val="FFFFFF"/>
                </a:solidFill>
                <a:latin typeface="Inter"/>
                <a:ea typeface="Inter"/>
                <a:cs typeface="Inter"/>
              </a:defRPr>
            </a:lvl3pPr>
            <a:lvl4pPr algn="l">
              <a:defRPr sz="1800" b="1">
                <a:solidFill>
                  <a:srgbClr val="FFFFFF"/>
                </a:solidFill>
                <a:latin typeface="Inter"/>
                <a:ea typeface="Inter"/>
                <a:cs typeface="Inter"/>
              </a:defRPr>
            </a:lvl4pPr>
            <a:lvl5pPr algn="l">
              <a:defRPr sz="1800" b="1">
                <a:solidFill>
                  <a:srgbClr val="FFFFFF"/>
                </a:solidFill>
                <a:latin typeface="Inter"/>
                <a:ea typeface="Inter"/>
                <a:cs typeface="Inter"/>
              </a:defRPr>
            </a:lvl5pPr>
            <a:lvl6pPr algn="l">
              <a:defRPr sz="1800" b="1">
                <a:solidFill>
                  <a:srgbClr val="FFFFFF"/>
                </a:solidFill>
                <a:latin typeface="Inter"/>
                <a:ea typeface="Inter"/>
                <a:cs typeface="Inter"/>
              </a:defRPr>
            </a:lvl6pPr>
            <a:lvl7pPr algn="l">
              <a:defRPr sz="1800" b="1">
                <a:solidFill>
                  <a:srgbClr val="FFFFFF"/>
                </a:solidFill>
                <a:latin typeface="Inter"/>
                <a:ea typeface="Inter"/>
                <a:cs typeface="Inter"/>
              </a:defRPr>
            </a:lvl7pPr>
            <a:lvl8pPr algn="l">
              <a:defRPr sz="1800" b="1">
                <a:solidFill>
                  <a:srgbClr val="FFFFFF"/>
                </a:solidFill>
                <a:latin typeface="Inter"/>
                <a:ea typeface="Inter"/>
                <a:cs typeface="Inter"/>
              </a:defRPr>
            </a:lvl8pPr>
            <a:lvl9pPr algn="l">
              <a:defRPr sz="1800" b="1">
                <a:solidFill>
                  <a:srgbClr val="FFFFFF"/>
                </a:solidFill>
                <a:latin typeface="Inter"/>
                <a:ea typeface="Inter"/>
                <a:cs typeface="Inter"/>
              </a:defRPr>
            </a:lvl9pPr>
          </a:lstStyle>
          <a:p xmlns:a="http://schemas.openxmlformats.org/drawingml/2006/main">
            <a:pPr algn="l">
              <a:defRPr sz="1800" b="1">
                <a:solidFill>
                  <a:srgbClr val="FFFFFF"/>
                </a:solidFill>
                <a:latin typeface="Inter"/>
                <a:ea typeface="Inter"/>
                <a:cs typeface="Inter"/>
              </a:defRPr>
            </a:pPr>
            <a:r>
              <a:rPr sz="1800" b="1">
                <a:solidFill>
                  <a:srgbClr val="FFFFFF"/>
                </a:solidFill>
                <a:latin typeface="Inter"/>
                <a:ea typeface="Inter"/>
                <a:cs typeface="Inter"/>
              </a:rPr>
              <a:t>Assigns source authority, resolves rank conflicts, and checks required evidence.</a:t>
            </a:r>
          </a:p>
        </p:txBody>
      </p:sp>
      <p:sp>
        <p:nvSpPr>
          <p:cNvPr id="13" name="bottom-line">
            <a:extLst xmlns:a="http://schemas.openxmlformats.org/drawingml/2006/main">
              <a:ext uri="{FF2B5EF4-FFF2-40B4-BE49-F238E27FC236}">
                <a16:creationId xmlns:a16="http://schemas.microsoft.com/office/drawing/2014/main" id="{793BA571-54A2-4022-B11A-5B26A966201F}"/>
              </a:ext>
            </a:extLst>
          </p:cNvPr>
          <p:cNvSpPr>
            <a:spLocks xmlns:a="http://schemas.openxmlformats.org/drawingml/2006/main" noGrp="1"/>
          </p:cNvSpPr>
          <p:nvPr/>
        </p:nvSpPr>
        <p:spPr>
          <a:xfrm xmlns:a="http://schemas.openxmlformats.org/drawingml/2006/main">
            <a:off x="723900" y="539115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C7F1D8"/>
                </a:solidFill>
                <a:latin typeface="Inter"/>
                <a:ea typeface="Inter"/>
                <a:cs typeface="Inter"/>
              </a:defRPr>
            </a:defPPr>
            <a:lvl1pPr algn="l">
              <a:defRPr sz="1875" b="1">
                <a:solidFill>
                  <a:srgbClr val="C7F1D8"/>
                </a:solidFill>
                <a:latin typeface="Inter"/>
                <a:ea typeface="Inter"/>
                <a:cs typeface="Inter"/>
              </a:defRPr>
            </a:lvl1pPr>
            <a:lvl2pPr algn="l">
              <a:defRPr sz="1875" b="1">
                <a:solidFill>
                  <a:srgbClr val="C7F1D8"/>
                </a:solidFill>
                <a:latin typeface="Inter"/>
                <a:ea typeface="Inter"/>
                <a:cs typeface="Inter"/>
              </a:defRPr>
            </a:lvl2pPr>
            <a:lvl3pPr algn="l">
              <a:defRPr sz="1875" b="1">
                <a:solidFill>
                  <a:srgbClr val="C7F1D8"/>
                </a:solidFill>
                <a:latin typeface="Inter"/>
                <a:ea typeface="Inter"/>
                <a:cs typeface="Inter"/>
              </a:defRPr>
            </a:lvl3pPr>
            <a:lvl4pPr algn="l">
              <a:defRPr sz="1875" b="1">
                <a:solidFill>
                  <a:srgbClr val="C7F1D8"/>
                </a:solidFill>
                <a:latin typeface="Inter"/>
                <a:ea typeface="Inter"/>
                <a:cs typeface="Inter"/>
              </a:defRPr>
            </a:lvl4pPr>
            <a:lvl5pPr algn="l">
              <a:defRPr sz="1875" b="1">
                <a:solidFill>
                  <a:srgbClr val="C7F1D8"/>
                </a:solidFill>
                <a:latin typeface="Inter"/>
                <a:ea typeface="Inter"/>
                <a:cs typeface="Inter"/>
              </a:defRPr>
            </a:lvl5pPr>
            <a:lvl6pPr algn="l">
              <a:defRPr sz="1875" b="1">
                <a:solidFill>
                  <a:srgbClr val="C7F1D8"/>
                </a:solidFill>
                <a:latin typeface="Inter"/>
                <a:ea typeface="Inter"/>
                <a:cs typeface="Inter"/>
              </a:defRPr>
            </a:lvl6pPr>
            <a:lvl7pPr algn="l">
              <a:defRPr sz="1875" b="1">
                <a:solidFill>
                  <a:srgbClr val="C7F1D8"/>
                </a:solidFill>
                <a:latin typeface="Inter"/>
                <a:ea typeface="Inter"/>
                <a:cs typeface="Inter"/>
              </a:defRPr>
            </a:lvl7pPr>
            <a:lvl8pPr algn="l">
              <a:defRPr sz="1875" b="1">
                <a:solidFill>
                  <a:srgbClr val="C7F1D8"/>
                </a:solidFill>
                <a:latin typeface="Inter"/>
                <a:ea typeface="Inter"/>
                <a:cs typeface="Inter"/>
              </a:defRPr>
            </a:lvl8pPr>
            <a:lvl9pPr algn="l">
              <a:defRPr sz="1875" b="1">
                <a:solidFill>
                  <a:srgbClr val="C7F1D8"/>
                </a:solidFill>
                <a:latin typeface="Inter"/>
                <a:ea typeface="Inter"/>
                <a:cs typeface="Inter"/>
              </a:defRPr>
            </a:lvl9pPr>
          </a:lstStyle>
          <a:p xmlns:a="http://schemas.openxmlformats.org/drawingml/2006/main">
            <a:pPr algn="l">
              <a:defRPr sz="1875" b="1">
                <a:solidFill>
                  <a:srgbClr val="C7F1D8"/>
                </a:solidFill>
                <a:latin typeface="Inter"/>
                <a:ea typeface="Inter"/>
                <a:cs typeface="Inter"/>
              </a:defRPr>
            </a:pPr>
            <a:r>
              <a:rPr sz="1875" b="1">
                <a:solidFill>
                  <a:srgbClr val="C7F1D8"/>
                </a:solidFill>
                <a:latin typeface="Inter"/>
                <a:ea typeface="Inter"/>
                <a:cs typeface="Inter"/>
              </a:rPr>
              <a:t>A model suggests. The configured rules control the outcome.</a:t>
            </a:r>
          </a:p>
        </p:txBody>
      </p:sp>
    </p:spTree>
    <p:extLst>
      <p:ext uri="{BB962C8B-B14F-4D97-AF65-F5344CB8AC3E}">
        <p14:creationId xmlns:p14="http://schemas.microsoft.com/office/powerpoint/2010/main" val="1007039814"/>
      </p:ext>
    </p:extLst>
  </p:cSld>
</p:sld>
</file>

<file path=ppt/slides/slide5.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8A36B325-9BF2-4072-8348-FA12147EE27F}"/>
              </a:ext>
            </a:extLst>
          </p:cNvPr>
          <p:cNvSpPr>
            <a:spLocks xmlns:a="http://schemas.openxmlformats.org/drawingml/2006/main" noGrp="1"/>
          </p:cNvSpPr>
          <p:nvPr/>
        </p:nvSpPr>
        <p:spPr>
          <a:xfrm xmlns:a="http://schemas.openxmlformats.org/drawingml/2006/main">
            <a:off x="647700" y="3619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087443"/>
                </a:solidFill>
                <a:latin typeface="Inter"/>
                <a:ea typeface="Inter"/>
                <a:cs typeface="Inter"/>
              </a:defRPr>
            </a:defPPr>
            <a:lvl1pPr algn="l">
              <a:defRPr sz="1050" b="1">
                <a:solidFill>
                  <a:srgbClr val="087443"/>
                </a:solidFill>
                <a:latin typeface="Inter"/>
                <a:ea typeface="Inter"/>
                <a:cs typeface="Inter"/>
              </a:defRPr>
            </a:lvl1pPr>
            <a:lvl2pPr algn="l">
              <a:defRPr sz="1050" b="1">
                <a:solidFill>
                  <a:srgbClr val="087443"/>
                </a:solidFill>
                <a:latin typeface="Inter"/>
                <a:ea typeface="Inter"/>
                <a:cs typeface="Inter"/>
              </a:defRPr>
            </a:lvl2pPr>
            <a:lvl3pPr algn="l">
              <a:defRPr sz="1050" b="1">
                <a:solidFill>
                  <a:srgbClr val="087443"/>
                </a:solidFill>
                <a:latin typeface="Inter"/>
                <a:ea typeface="Inter"/>
                <a:cs typeface="Inter"/>
              </a:defRPr>
            </a:lvl3pPr>
            <a:lvl4pPr algn="l">
              <a:defRPr sz="1050" b="1">
                <a:solidFill>
                  <a:srgbClr val="087443"/>
                </a:solidFill>
                <a:latin typeface="Inter"/>
                <a:ea typeface="Inter"/>
                <a:cs typeface="Inter"/>
              </a:defRPr>
            </a:lvl4pPr>
            <a:lvl5pPr algn="l">
              <a:defRPr sz="1050" b="1">
                <a:solidFill>
                  <a:srgbClr val="087443"/>
                </a:solidFill>
                <a:latin typeface="Inter"/>
                <a:ea typeface="Inter"/>
                <a:cs typeface="Inter"/>
              </a:defRPr>
            </a:lvl5pPr>
            <a:lvl6pPr algn="l">
              <a:defRPr sz="1050" b="1">
                <a:solidFill>
                  <a:srgbClr val="087443"/>
                </a:solidFill>
                <a:latin typeface="Inter"/>
                <a:ea typeface="Inter"/>
                <a:cs typeface="Inter"/>
              </a:defRPr>
            </a:lvl6pPr>
            <a:lvl7pPr algn="l">
              <a:defRPr sz="1050" b="1">
                <a:solidFill>
                  <a:srgbClr val="087443"/>
                </a:solidFill>
                <a:latin typeface="Inter"/>
                <a:ea typeface="Inter"/>
                <a:cs typeface="Inter"/>
              </a:defRPr>
            </a:lvl7pPr>
            <a:lvl8pPr algn="l">
              <a:defRPr sz="1050" b="1">
                <a:solidFill>
                  <a:srgbClr val="087443"/>
                </a:solidFill>
                <a:latin typeface="Inter"/>
                <a:ea typeface="Inter"/>
                <a:cs typeface="Inter"/>
              </a:defRPr>
            </a:lvl8pPr>
            <a:lvl9pPr algn="l">
              <a:defRPr sz="1050" b="1">
                <a:solidFill>
                  <a:srgbClr val="087443"/>
                </a:solidFill>
                <a:latin typeface="Inter"/>
                <a:ea typeface="Inter"/>
                <a:cs typeface="Inter"/>
              </a:defRPr>
            </a:lvl9pPr>
          </a:lstStyle>
          <a:p xmlns:a="http://schemas.openxmlformats.org/drawingml/2006/main">
            <a:pPr algn="l">
              <a:defRPr sz="1050" b="1">
                <a:solidFill>
                  <a:srgbClr val="087443"/>
                </a:solidFill>
                <a:latin typeface="Inter"/>
                <a:ea typeface="Inter"/>
                <a:cs typeface="Inter"/>
              </a:defRPr>
            </a:pPr>
            <a:r>
              <a:rPr sz="1050" b="1">
                <a:solidFill>
                  <a:srgbClr val="087443"/>
                </a:solidFill>
                <a:latin typeface="Inter"/>
                <a:ea typeface="Inter"/>
                <a:cs typeface="Inter"/>
              </a:rPr>
              <a:t>EXAMPLE 1 · RESOLVED GUIDANCE</a:t>
            </a:r>
          </a:p>
        </p:txBody>
      </p:sp>
      <p:sp>
        <p:nvSpPr>
          <p:cNvPr id="2" name="slide-number">
            <a:extLst xmlns:a="http://schemas.openxmlformats.org/drawingml/2006/main">
              <a:ext uri="{FF2B5EF4-FFF2-40B4-BE49-F238E27FC236}">
                <a16:creationId xmlns:a16="http://schemas.microsoft.com/office/drawing/2014/main" id="{31674636-2BB0-4956-ABEA-DFEA1805FFF3}"/>
              </a:ext>
            </a:extLst>
          </p:cNvPr>
          <p:cNvSpPr>
            <a:spLocks xmlns:a="http://schemas.openxmlformats.org/drawingml/2006/main" noGrp="1"/>
          </p:cNvSpPr>
          <p:nvPr/>
        </p:nvSpPr>
        <p:spPr>
          <a:xfrm xmlns:a="http://schemas.openxmlformats.org/drawingml/2006/main">
            <a:off x="10972800" y="3619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a:solidFill>
                  <a:srgbClr val="707772"/>
                </a:solidFill>
                <a:latin typeface="Inter"/>
                <a:ea typeface="Inter"/>
                <a:cs typeface="Inter"/>
              </a:defRPr>
            </a:defPPr>
            <a:lvl1pPr algn="r">
              <a:defRPr sz="1050" b="1">
                <a:solidFill>
                  <a:srgbClr val="707772"/>
                </a:solidFill>
                <a:latin typeface="Inter"/>
                <a:ea typeface="Inter"/>
                <a:cs typeface="Inter"/>
              </a:defRPr>
            </a:lvl1pPr>
            <a:lvl2pPr algn="r">
              <a:defRPr sz="1050" b="1">
                <a:solidFill>
                  <a:srgbClr val="707772"/>
                </a:solidFill>
                <a:latin typeface="Inter"/>
                <a:ea typeface="Inter"/>
                <a:cs typeface="Inter"/>
              </a:defRPr>
            </a:lvl2pPr>
            <a:lvl3pPr algn="r">
              <a:defRPr sz="1050" b="1">
                <a:solidFill>
                  <a:srgbClr val="707772"/>
                </a:solidFill>
                <a:latin typeface="Inter"/>
                <a:ea typeface="Inter"/>
                <a:cs typeface="Inter"/>
              </a:defRPr>
            </a:lvl3pPr>
            <a:lvl4pPr algn="r">
              <a:defRPr sz="1050" b="1">
                <a:solidFill>
                  <a:srgbClr val="707772"/>
                </a:solidFill>
                <a:latin typeface="Inter"/>
                <a:ea typeface="Inter"/>
                <a:cs typeface="Inter"/>
              </a:defRPr>
            </a:lvl4pPr>
            <a:lvl5pPr algn="r">
              <a:defRPr sz="1050" b="1">
                <a:solidFill>
                  <a:srgbClr val="707772"/>
                </a:solidFill>
                <a:latin typeface="Inter"/>
                <a:ea typeface="Inter"/>
                <a:cs typeface="Inter"/>
              </a:defRPr>
            </a:lvl5pPr>
            <a:lvl6pPr algn="r">
              <a:defRPr sz="1050" b="1">
                <a:solidFill>
                  <a:srgbClr val="707772"/>
                </a:solidFill>
                <a:latin typeface="Inter"/>
                <a:ea typeface="Inter"/>
                <a:cs typeface="Inter"/>
              </a:defRPr>
            </a:lvl6pPr>
            <a:lvl7pPr algn="r">
              <a:defRPr sz="1050" b="1">
                <a:solidFill>
                  <a:srgbClr val="707772"/>
                </a:solidFill>
                <a:latin typeface="Inter"/>
                <a:ea typeface="Inter"/>
                <a:cs typeface="Inter"/>
              </a:defRPr>
            </a:lvl7pPr>
            <a:lvl8pPr algn="r">
              <a:defRPr sz="1050" b="1">
                <a:solidFill>
                  <a:srgbClr val="707772"/>
                </a:solidFill>
                <a:latin typeface="Inter"/>
                <a:ea typeface="Inter"/>
                <a:cs typeface="Inter"/>
              </a:defRPr>
            </a:lvl8pPr>
            <a:lvl9pPr algn="r">
              <a:defRPr sz="1050" b="1">
                <a:solidFill>
                  <a:srgbClr val="707772"/>
                </a:solidFill>
                <a:latin typeface="Inter"/>
                <a:ea typeface="Inter"/>
                <a:cs typeface="Inter"/>
              </a:defRPr>
            </a:lvl9pPr>
          </a:lstStyle>
          <a:p xmlns:a="http://schemas.openxmlformats.org/drawingml/2006/main">
            <a:pPr algn="r">
              <a:defRPr sz="1050" b="1">
                <a:solidFill>
                  <a:srgbClr val="707772"/>
                </a:solidFill>
                <a:latin typeface="Inter"/>
                <a:ea typeface="Inter"/>
                <a:cs typeface="Inter"/>
              </a:defRPr>
            </a:pPr>
            <a:r>
              <a:rPr sz="1050" b="1">
                <a:solidFill>
                  <a:srgbClr val="707772"/>
                </a:solidFill>
                <a:latin typeface="Inter"/>
                <a:ea typeface="Inter"/>
                <a:cs typeface="Inter"/>
              </a:rPr>
              <a:t>05</a:t>
            </a:r>
          </a:p>
        </p:txBody>
      </p:sp>
      <p:sp>
        <p:nvSpPr>
          <p:cNvPr id="3" name="title">
            <a:extLst xmlns:a="http://schemas.openxmlformats.org/drawingml/2006/main">
              <a:ext uri="{FF2B5EF4-FFF2-40B4-BE49-F238E27FC236}">
                <a16:creationId xmlns:a16="http://schemas.microsoft.com/office/drawing/2014/main" id="{E3643D67-A819-4D8C-9E59-339E9D653806}"/>
              </a:ext>
            </a:extLst>
          </p:cNvPr>
          <p:cNvSpPr>
            <a:spLocks xmlns:a="http://schemas.openxmlformats.org/drawingml/2006/main" noGrp="1"/>
          </p:cNvSpPr>
          <p:nvPr/>
        </p:nvSpPr>
        <p:spPr>
          <a:xfrm xmlns:a="http://schemas.openxmlformats.org/drawingml/2006/main">
            <a:off x="647700" y="781050"/>
            <a:ext cx="108108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11613"/>
                </a:solidFill>
                <a:latin typeface="Inter"/>
                <a:ea typeface="Inter"/>
                <a:cs typeface="Inter"/>
              </a:defRPr>
            </a:defPPr>
            <a:lvl1pPr algn="l">
              <a:defRPr sz="3225" b="1">
                <a:solidFill>
                  <a:srgbClr val="111613"/>
                </a:solidFill>
                <a:latin typeface="Inter"/>
                <a:ea typeface="Inter"/>
                <a:cs typeface="Inter"/>
              </a:defRPr>
            </a:lvl1pPr>
            <a:lvl2pPr algn="l">
              <a:defRPr sz="3225" b="1">
                <a:solidFill>
                  <a:srgbClr val="111613"/>
                </a:solidFill>
                <a:latin typeface="Inter"/>
                <a:ea typeface="Inter"/>
                <a:cs typeface="Inter"/>
              </a:defRPr>
            </a:lvl2pPr>
            <a:lvl3pPr algn="l">
              <a:defRPr sz="3225" b="1">
                <a:solidFill>
                  <a:srgbClr val="111613"/>
                </a:solidFill>
                <a:latin typeface="Inter"/>
                <a:ea typeface="Inter"/>
                <a:cs typeface="Inter"/>
              </a:defRPr>
            </a:lvl3pPr>
            <a:lvl4pPr algn="l">
              <a:defRPr sz="3225" b="1">
                <a:solidFill>
                  <a:srgbClr val="111613"/>
                </a:solidFill>
                <a:latin typeface="Inter"/>
                <a:ea typeface="Inter"/>
                <a:cs typeface="Inter"/>
              </a:defRPr>
            </a:lvl4pPr>
            <a:lvl5pPr algn="l">
              <a:defRPr sz="3225" b="1">
                <a:solidFill>
                  <a:srgbClr val="111613"/>
                </a:solidFill>
                <a:latin typeface="Inter"/>
                <a:ea typeface="Inter"/>
                <a:cs typeface="Inter"/>
              </a:defRPr>
            </a:lvl5pPr>
            <a:lvl6pPr algn="l">
              <a:defRPr sz="3225" b="1">
                <a:solidFill>
                  <a:srgbClr val="111613"/>
                </a:solidFill>
                <a:latin typeface="Inter"/>
                <a:ea typeface="Inter"/>
                <a:cs typeface="Inter"/>
              </a:defRPr>
            </a:lvl6pPr>
            <a:lvl7pPr algn="l">
              <a:defRPr sz="3225" b="1">
                <a:solidFill>
                  <a:srgbClr val="111613"/>
                </a:solidFill>
                <a:latin typeface="Inter"/>
                <a:ea typeface="Inter"/>
                <a:cs typeface="Inter"/>
              </a:defRPr>
            </a:lvl7pPr>
            <a:lvl8pPr algn="l">
              <a:defRPr sz="3225" b="1">
                <a:solidFill>
                  <a:srgbClr val="111613"/>
                </a:solidFill>
                <a:latin typeface="Inter"/>
                <a:ea typeface="Inter"/>
                <a:cs typeface="Inter"/>
              </a:defRPr>
            </a:lvl8pPr>
            <a:lvl9pPr algn="l">
              <a:defRPr sz="3225" b="1">
                <a:solidFill>
                  <a:srgbClr val="111613"/>
                </a:solidFill>
                <a:latin typeface="Inter"/>
                <a:ea typeface="Inter"/>
                <a:cs typeface="Inter"/>
              </a:defRPr>
            </a:lvl9pPr>
          </a:lstStyle>
          <a:p xmlns:a="http://schemas.openxmlformats.org/drawingml/2006/main">
            <a:pPr algn="l">
              <a:defRPr sz="3225" b="1">
                <a:solidFill>
                  <a:srgbClr val="111613"/>
                </a:solidFill>
                <a:latin typeface="Inter"/>
                <a:ea typeface="Inter"/>
                <a:cs typeface="Inter"/>
              </a:defRPr>
            </a:pPr>
            <a:r>
              <a:rPr sz="3225" b="1">
                <a:solidFill>
                  <a:srgbClr val="111613"/>
                </a:solidFill>
                <a:latin typeface="Inter"/>
                <a:ea typeface="Inter"/>
                <a:cs typeface="Inter"/>
              </a:rPr>
              <a:t>The approved rule wins, and the reason is visible.</a:t>
            </a:r>
          </a:p>
        </p:txBody>
      </p:sp>
      <p:sp>
        <p:nvSpPr>
          <p:cNvPr id="4" name="title-rule">
            <a:extLst xmlns:a="http://schemas.openxmlformats.org/drawingml/2006/main">
              <a:ext uri="{FF2B5EF4-FFF2-40B4-BE49-F238E27FC236}">
                <a16:creationId xmlns:a16="http://schemas.microsoft.com/office/drawing/2014/main" id="{0DB25601-B643-4FC6-98D4-57DEA545ED73}"/>
              </a:ext>
            </a:extLst>
          </p:cNvPr>
          <p:cNvSpPr>
            <a:spLocks xmlns:a="http://schemas.openxmlformats.org/drawingml/2006/main" noGrp="1"/>
          </p:cNvSpPr>
          <p:nvPr/>
        </p:nvSpPr>
        <p:spPr>
          <a:xfrm xmlns:a="http://schemas.openxmlformats.org/drawingml/2006/main">
            <a:off x="647700" y="1695450"/>
            <a:ext cx="10896600" cy="19050"/>
          </a:xfrm>
          <a:prstGeom xmlns:a="http://schemas.openxmlformats.org/drawingml/2006/main" prst="rect">
            <a:avLst/>
          </a:prstGeom>
          <a:solidFill xmlns:a="http://schemas.openxmlformats.org/drawingml/2006/main">
            <a:srgbClr val="087443"/>
          </a:solidFill>
          <a:ln xmlns:a="http://schemas.openxmlformats.org/drawingml/2006/main" w="0">
            <a:noFill/>
            <a:prstDash val="solid"/>
          </a:ln>
        </p:spPr>
      </p:sp>
      <p:sp>
        <p:nvSpPr>
          <p:cNvPr id="5" name="qualified-band">
            <a:extLst xmlns:a="http://schemas.openxmlformats.org/drawingml/2006/main">
              <a:ext uri="{FF2B5EF4-FFF2-40B4-BE49-F238E27FC236}">
                <a16:creationId xmlns:a16="http://schemas.microsoft.com/office/drawing/2014/main" id="{1AA14705-4168-4C3F-94A6-18DAA6AA7FB0}"/>
              </a:ext>
            </a:extLst>
          </p:cNvPr>
          <p:cNvSpPr>
            <a:spLocks xmlns:a="http://schemas.openxmlformats.org/drawingml/2006/main" noGrp="1"/>
          </p:cNvSpPr>
          <p:nvPr/>
        </p:nvSpPr>
        <p:spPr>
          <a:xfrm xmlns:a="http://schemas.openxmlformats.org/drawingml/2006/main">
            <a:off x="723900" y="2076450"/>
            <a:ext cx="2476500" cy="533400"/>
          </a:xfrm>
          <a:prstGeom xmlns:a="http://schemas.openxmlformats.org/drawingml/2006/main" prst="rect">
            <a:avLst/>
          </a:prstGeom>
          <a:solidFill xmlns:a="http://schemas.openxmlformats.org/drawingml/2006/main">
            <a:srgbClr val="087443"/>
          </a:solidFill>
          <a:ln xmlns:a="http://schemas.openxmlformats.org/drawingml/2006/main" w="0">
            <a:noFill/>
            <a:prstDash val="solid"/>
          </a:ln>
        </p:spPr>
      </p:sp>
      <p:sp>
        <p:nvSpPr>
          <p:cNvPr id="6" name="qualified-label">
            <a:extLst xmlns:a="http://schemas.openxmlformats.org/drawingml/2006/main">
              <a:ext uri="{FF2B5EF4-FFF2-40B4-BE49-F238E27FC236}">
                <a16:creationId xmlns:a16="http://schemas.microsoft.com/office/drawing/2014/main" id="{1ED635EC-2823-4867-9620-CE7C0082540E}"/>
              </a:ext>
            </a:extLst>
          </p:cNvPr>
          <p:cNvSpPr>
            <a:spLocks xmlns:a="http://schemas.openxmlformats.org/drawingml/2006/main" noGrp="1"/>
          </p:cNvSpPr>
          <p:nvPr/>
        </p:nvSpPr>
        <p:spPr>
          <a:xfrm xmlns:a="http://schemas.openxmlformats.org/drawingml/2006/main">
            <a:off x="876300" y="2200275"/>
            <a:ext cx="2171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Inter"/>
                <a:ea typeface="Inter"/>
                <a:cs typeface="Inter"/>
              </a:defRPr>
            </a:defPPr>
            <a:lvl1pPr algn="l">
              <a:defRPr sz="1500" b="1">
                <a:solidFill>
                  <a:srgbClr val="FFFFFF"/>
                </a:solidFill>
                <a:latin typeface="Inter"/>
                <a:ea typeface="Inter"/>
                <a:cs typeface="Inter"/>
              </a:defRPr>
            </a:lvl1pPr>
            <a:lvl2pPr algn="l">
              <a:defRPr sz="1500" b="1">
                <a:solidFill>
                  <a:srgbClr val="FFFFFF"/>
                </a:solidFill>
                <a:latin typeface="Inter"/>
                <a:ea typeface="Inter"/>
                <a:cs typeface="Inter"/>
              </a:defRPr>
            </a:lvl2pPr>
            <a:lvl3pPr algn="l">
              <a:defRPr sz="1500" b="1">
                <a:solidFill>
                  <a:srgbClr val="FFFFFF"/>
                </a:solidFill>
                <a:latin typeface="Inter"/>
                <a:ea typeface="Inter"/>
                <a:cs typeface="Inter"/>
              </a:defRPr>
            </a:lvl3pPr>
            <a:lvl4pPr algn="l">
              <a:defRPr sz="1500" b="1">
                <a:solidFill>
                  <a:srgbClr val="FFFFFF"/>
                </a:solidFill>
                <a:latin typeface="Inter"/>
                <a:ea typeface="Inter"/>
                <a:cs typeface="Inter"/>
              </a:defRPr>
            </a:lvl4pPr>
            <a:lvl5pPr algn="l">
              <a:defRPr sz="1500" b="1">
                <a:solidFill>
                  <a:srgbClr val="FFFFFF"/>
                </a:solidFill>
                <a:latin typeface="Inter"/>
                <a:ea typeface="Inter"/>
                <a:cs typeface="Inter"/>
              </a:defRPr>
            </a:lvl5pPr>
            <a:lvl6pPr algn="l">
              <a:defRPr sz="1500" b="1">
                <a:solidFill>
                  <a:srgbClr val="FFFFFF"/>
                </a:solidFill>
                <a:latin typeface="Inter"/>
                <a:ea typeface="Inter"/>
                <a:cs typeface="Inter"/>
              </a:defRPr>
            </a:lvl6pPr>
            <a:lvl7pPr algn="l">
              <a:defRPr sz="1500" b="1">
                <a:solidFill>
                  <a:srgbClr val="FFFFFF"/>
                </a:solidFill>
                <a:latin typeface="Inter"/>
                <a:ea typeface="Inter"/>
                <a:cs typeface="Inter"/>
              </a:defRPr>
            </a:lvl7pPr>
            <a:lvl8pPr algn="l">
              <a:defRPr sz="1500" b="1">
                <a:solidFill>
                  <a:srgbClr val="FFFFFF"/>
                </a:solidFill>
                <a:latin typeface="Inter"/>
                <a:ea typeface="Inter"/>
                <a:cs typeface="Inter"/>
              </a:defRPr>
            </a:lvl8pPr>
            <a:lvl9pPr algn="l">
              <a:defRPr sz="1500" b="1">
                <a:solidFill>
                  <a:srgbClr val="FFFFFF"/>
                </a:solidFill>
                <a:latin typeface="Inter"/>
                <a:ea typeface="Inter"/>
                <a:cs typeface="Inter"/>
              </a:defRPr>
            </a:lvl9pPr>
          </a:lstStyle>
          <a:p xmlns:a="http://schemas.openxmlformats.org/drawingml/2006/main">
            <a:pPr algn="l">
              <a:defRPr sz="1500" b="1">
                <a:solidFill>
                  <a:srgbClr val="FFFFFF"/>
                </a:solidFill>
                <a:latin typeface="Inter"/>
                <a:ea typeface="Inter"/>
                <a:cs typeface="Inter"/>
              </a:defRPr>
            </a:pPr>
            <a:r>
              <a:rPr sz="1500" b="1">
                <a:solidFill>
                  <a:srgbClr val="FFFFFF"/>
                </a:solidFill>
                <a:latin typeface="Inter"/>
                <a:ea typeface="Inter"/>
                <a:cs typeface="Inter"/>
              </a:rPr>
              <a:t>QUALIFIED</a:t>
            </a:r>
          </a:p>
        </p:txBody>
      </p:sp>
      <p:sp>
        <p:nvSpPr>
          <p:cNvPr id="7" name="answer">
            <a:extLst xmlns:a="http://schemas.openxmlformats.org/drawingml/2006/main">
              <a:ext uri="{FF2B5EF4-FFF2-40B4-BE49-F238E27FC236}">
                <a16:creationId xmlns:a16="http://schemas.microsoft.com/office/drawing/2014/main" id="{27A58D58-FAC0-48C0-A427-E64C289CAEDC}"/>
              </a:ext>
            </a:extLst>
          </p:cNvPr>
          <p:cNvSpPr>
            <a:spLocks xmlns:a="http://schemas.openxmlformats.org/drawingml/2006/main" noGrp="1"/>
          </p:cNvSpPr>
          <p:nvPr/>
        </p:nvSpPr>
        <p:spPr>
          <a:xfrm xmlns:a="http://schemas.openxmlformats.org/drawingml/2006/main">
            <a:off x="723900" y="2905125"/>
            <a:ext cx="10382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111613"/>
                </a:solidFill>
                <a:latin typeface="Inter"/>
                <a:ea typeface="Inter"/>
                <a:cs typeface="Inter"/>
              </a:defRPr>
            </a:defPPr>
            <a:lvl1pPr algn="l">
              <a:defRPr sz="2850" b="1">
                <a:solidFill>
                  <a:srgbClr val="111613"/>
                </a:solidFill>
                <a:latin typeface="Inter"/>
                <a:ea typeface="Inter"/>
                <a:cs typeface="Inter"/>
              </a:defRPr>
            </a:lvl1pPr>
            <a:lvl2pPr algn="l">
              <a:defRPr sz="2850" b="1">
                <a:solidFill>
                  <a:srgbClr val="111613"/>
                </a:solidFill>
                <a:latin typeface="Inter"/>
                <a:ea typeface="Inter"/>
                <a:cs typeface="Inter"/>
              </a:defRPr>
            </a:lvl2pPr>
            <a:lvl3pPr algn="l">
              <a:defRPr sz="2850" b="1">
                <a:solidFill>
                  <a:srgbClr val="111613"/>
                </a:solidFill>
                <a:latin typeface="Inter"/>
                <a:ea typeface="Inter"/>
                <a:cs typeface="Inter"/>
              </a:defRPr>
            </a:lvl3pPr>
            <a:lvl4pPr algn="l">
              <a:defRPr sz="2850" b="1">
                <a:solidFill>
                  <a:srgbClr val="111613"/>
                </a:solidFill>
                <a:latin typeface="Inter"/>
                <a:ea typeface="Inter"/>
                <a:cs typeface="Inter"/>
              </a:defRPr>
            </a:lvl4pPr>
            <a:lvl5pPr algn="l">
              <a:defRPr sz="2850" b="1">
                <a:solidFill>
                  <a:srgbClr val="111613"/>
                </a:solidFill>
                <a:latin typeface="Inter"/>
                <a:ea typeface="Inter"/>
                <a:cs typeface="Inter"/>
              </a:defRPr>
            </a:lvl5pPr>
            <a:lvl6pPr algn="l">
              <a:defRPr sz="2850" b="1">
                <a:solidFill>
                  <a:srgbClr val="111613"/>
                </a:solidFill>
                <a:latin typeface="Inter"/>
                <a:ea typeface="Inter"/>
                <a:cs typeface="Inter"/>
              </a:defRPr>
            </a:lvl6pPr>
            <a:lvl7pPr algn="l">
              <a:defRPr sz="2850" b="1">
                <a:solidFill>
                  <a:srgbClr val="111613"/>
                </a:solidFill>
                <a:latin typeface="Inter"/>
                <a:ea typeface="Inter"/>
                <a:cs typeface="Inter"/>
              </a:defRPr>
            </a:lvl7pPr>
            <a:lvl8pPr algn="l">
              <a:defRPr sz="2850" b="1">
                <a:solidFill>
                  <a:srgbClr val="111613"/>
                </a:solidFill>
                <a:latin typeface="Inter"/>
                <a:ea typeface="Inter"/>
                <a:cs typeface="Inter"/>
              </a:defRPr>
            </a:lvl8pPr>
            <a:lvl9pPr algn="l">
              <a:defRPr sz="2850" b="1">
                <a:solidFill>
                  <a:srgbClr val="111613"/>
                </a:solidFill>
                <a:latin typeface="Inter"/>
                <a:ea typeface="Inter"/>
                <a:cs typeface="Inter"/>
              </a:defRPr>
            </a:lvl9pPr>
          </a:lstStyle>
          <a:p xmlns:a="http://schemas.openxmlformats.org/drawingml/2006/main">
            <a:pPr algn="l">
              <a:defRPr sz="2850" b="1">
                <a:solidFill>
                  <a:srgbClr val="111613"/>
                </a:solidFill>
                <a:latin typeface="Inter"/>
                <a:ea typeface="Inter"/>
                <a:cs typeface="Inter"/>
              </a:defRPr>
            </a:pPr>
            <a:r>
              <a:rPr sz="2850" b="1">
                <a:solidFill>
                  <a:srgbClr val="111613"/>
                </a:solidFill>
                <a:latin typeface="Inter"/>
                <a:ea typeface="Inter"/>
                <a:cs typeface="Inter"/>
              </a:rPr>
              <a:t>Use parameterized statements</a:t>
            </a:r>
          </a:p>
          <a:p xmlns:a="http://schemas.openxmlformats.org/drawingml/2006/main">
            <a:pPr algn="l">
              <a:defRPr sz="2850" b="1">
                <a:solidFill>
                  <a:srgbClr val="111613"/>
                </a:solidFill>
                <a:latin typeface="Inter"/>
                <a:ea typeface="Inter"/>
                <a:cs typeface="Inter"/>
              </a:defRPr>
            </a:pPr>
            <a:r>
              <a:rPr sz="2850" b="1">
                <a:solidFill>
                  <a:srgbClr val="111613"/>
                </a:solidFill>
                <a:latin typeface="Inter"/>
                <a:ea typeface="Inter"/>
                <a:cs typeface="Inter"/>
              </a:rPr>
              <a:t>for reporting queries.</a:t>
            </a:r>
          </a:p>
        </p:txBody>
      </p:sp>
      <p:sp>
        <p:nvSpPr>
          <p:cNvPr id="8" name="winning-source-label">
            <a:extLst xmlns:a="http://schemas.openxmlformats.org/drawingml/2006/main">
              <a:ext uri="{FF2B5EF4-FFF2-40B4-BE49-F238E27FC236}">
                <a16:creationId xmlns:a16="http://schemas.microsoft.com/office/drawing/2014/main" id="{33DB252C-216F-457A-9B9B-82593B32409D}"/>
              </a:ext>
            </a:extLst>
          </p:cNvPr>
          <p:cNvSpPr>
            <a:spLocks xmlns:a="http://schemas.openxmlformats.org/drawingml/2006/main" noGrp="1"/>
          </p:cNvSpPr>
          <p:nvPr/>
        </p:nvSpPr>
        <p:spPr>
          <a:xfrm xmlns:a="http://schemas.openxmlformats.org/drawingml/2006/main">
            <a:off x="723900" y="43434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087443"/>
                </a:solidFill>
                <a:latin typeface="Inter"/>
                <a:ea typeface="Inter"/>
                <a:cs typeface="Inter"/>
              </a:defRPr>
            </a:defPPr>
            <a:lvl1pPr algn="l">
              <a:defRPr sz="1125" b="1">
                <a:solidFill>
                  <a:srgbClr val="087443"/>
                </a:solidFill>
                <a:latin typeface="Inter"/>
                <a:ea typeface="Inter"/>
                <a:cs typeface="Inter"/>
              </a:defRPr>
            </a:lvl1pPr>
            <a:lvl2pPr algn="l">
              <a:defRPr sz="1125" b="1">
                <a:solidFill>
                  <a:srgbClr val="087443"/>
                </a:solidFill>
                <a:latin typeface="Inter"/>
                <a:ea typeface="Inter"/>
                <a:cs typeface="Inter"/>
              </a:defRPr>
            </a:lvl2pPr>
            <a:lvl3pPr algn="l">
              <a:defRPr sz="1125" b="1">
                <a:solidFill>
                  <a:srgbClr val="087443"/>
                </a:solidFill>
                <a:latin typeface="Inter"/>
                <a:ea typeface="Inter"/>
                <a:cs typeface="Inter"/>
              </a:defRPr>
            </a:lvl3pPr>
            <a:lvl4pPr algn="l">
              <a:defRPr sz="1125" b="1">
                <a:solidFill>
                  <a:srgbClr val="087443"/>
                </a:solidFill>
                <a:latin typeface="Inter"/>
                <a:ea typeface="Inter"/>
                <a:cs typeface="Inter"/>
              </a:defRPr>
            </a:lvl4pPr>
            <a:lvl5pPr algn="l">
              <a:defRPr sz="1125" b="1">
                <a:solidFill>
                  <a:srgbClr val="087443"/>
                </a:solidFill>
                <a:latin typeface="Inter"/>
                <a:ea typeface="Inter"/>
                <a:cs typeface="Inter"/>
              </a:defRPr>
            </a:lvl5pPr>
            <a:lvl6pPr algn="l">
              <a:defRPr sz="1125" b="1">
                <a:solidFill>
                  <a:srgbClr val="087443"/>
                </a:solidFill>
                <a:latin typeface="Inter"/>
                <a:ea typeface="Inter"/>
                <a:cs typeface="Inter"/>
              </a:defRPr>
            </a:lvl6pPr>
            <a:lvl7pPr algn="l">
              <a:defRPr sz="1125" b="1">
                <a:solidFill>
                  <a:srgbClr val="087443"/>
                </a:solidFill>
                <a:latin typeface="Inter"/>
                <a:ea typeface="Inter"/>
                <a:cs typeface="Inter"/>
              </a:defRPr>
            </a:lvl7pPr>
            <a:lvl8pPr algn="l">
              <a:defRPr sz="1125" b="1">
                <a:solidFill>
                  <a:srgbClr val="087443"/>
                </a:solidFill>
                <a:latin typeface="Inter"/>
                <a:ea typeface="Inter"/>
                <a:cs typeface="Inter"/>
              </a:defRPr>
            </a:lvl8pPr>
            <a:lvl9pPr algn="l">
              <a:defRPr sz="1125" b="1">
                <a:solidFill>
                  <a:srgbClr val="087443"/>
                </a:solidFill>
                <a:latin typeface="Inter"/>
                <a:ea typeface="Inter"/>
                <a:cs typeface="Inter"/>
              </a:defRPr>
            </a:lvl9pPr>
          </a:lstStyle>
          <a:p xmlns:a="http://schemas.openxmlformats.org/drawingml/2006/main">
            <a:pPr algn="l">
              <a:defRPr sz="1125" b="1">
                <a:solidFill>
                  <a:srgbClr val="087443"/>
                </a:solidFill>
                <a:latin typeface="Inter"/>
                <a:ea typeface="Inter"/>
                <a:cs typeface="Inter"/>
              </a:defRPr>
            </a:pPr>
            <a:r>
              <a:rPr sz="1125" b="1">
                <a:solidFill>
                  <a:srgbClr val="087443"/>
                </a:solidFill>
                <a:latin typeface="Inter"/>
                <a:ea typeface="Inter"/>
                <a:cs typeface="Inter"/>
              </a:rPr>
              <a:t>CITED POLICY</a:t>
            </a:r>
          </a:p>
        </p:txBody>
      </p:sp>
      <p:sp>
        <p:nvSpPr>
          <p:cNvPr id="9" name="winning-source">
            <a:extLst xmlns:a="http://schemas.openxmlformats.org/drawingml/2006/main">
              <a:ext uri="{FF2B5EF4-FFF2-40B4-BE49-F238E27FC236}">
                <a16:creationId xmlns:a16="http://schemas.microsoft.com/office/drawing/2014/main" id="{D1BF1275-BBC2-4574-8110-6F9F334425F9}"/>
              </a:ext>
            </a:extLst>
          </p:cNvPr>
          <p:cNvSpPr>
            <a:spLocks xmlns:a="http://schemas.openxmlformats.org/drawingml/2006/main" noGrp="1"/>
          </p:cNvSpPr>
          <p:nvPr/>
        </p:nvSpPr>
        <p:spPr>
          <a:xfrm xmlns:a="http://schemas.openxmlformats.org/drawingml/2006/main">
            <a:off x="723900" y="470535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11613"/>
                </a:solidFill>
                <a:latin typeface="Inter"/>
                <a:ea typeface="Inter"/>
                <a:cs typeface="Inter"/>
              </a:defRPr>
            </a:defPPr>
            <a:lvl1pPr algn="l">
              <a:defRPr sz="1425" b="1">
                <a:solidFill>
                  <a:srgbClr val="111613"/>
                </a:solidFill>
                <a:latin typeface="Inter"/>
                <a:ea typeface="Inter"/>
                <a:cs typeface="Inter"/>
              </a:defRPr>
            </a:lvl1pPr>
            <a:lvl2pPr algn="l">
              <a:defRPr sz="1425" b="1">
                <a:solidFill>
                  <a:srgbClr val="111613"/>
                </a:solidFill>
                <a:latin typeface="Inter"/>
                <a:ea typeface="Inter"/>
                <a:cs typeface="Inter"/>
              </a:defRPr>
            </a:lvl2pPr>
            <a:lvl3pPr algn="l">
              <a:defRPr sz="1425" b="1">
                <a:solidFill>
                  <a:srgbClr val="111613"/>
                </a:solidFill>
                <a:latin typeface="Inter"/>
                <a:ea typeface="Inter"/>
                <a:cs typeface="Inter"/>
              </a:defRPr>
            </a:lvl3pPr>
            <a:lvl4pPr algn="l">
              <a:defRPr sz="1425" b="1">
                <a:solidFill>
                  <a:srgbClr val="111613"/>
                </a:solidFill>
                <a:latin typeface="Inter"/>
                <a:ea typeface="Inter"/>
                <a:cs typeface="Inter"/>
              </a:defRPr>
            </a:lvl4pPr>
            <a:lvl5pPr algn="l">
              <a:defRPr sz="1425" b="1">
                <a:solidFill>
                  <a:srgbClr val="111613"/>
                </a:solidFill>
                <a:latin typeface="Inter"/>
                <a:ea typeface="Inter"/>
                <a:cs typeface="Inter"/>
              </a:defRPr>
            </a:lvl5pPr>
            <a:lvl6pPr algn="l">
              <a:defRPr sz="1425" b="1">
                <a:solidFill>
                  <a:srgbClr val="111613"/>
                </a:solidFill>
                <a:latin typeface="Inter"/>
                <a:ea typeface="Inter"/>
                <a:cs typeface="Inter"/>
              </a:defRPr>
            </a:lvl6pPr>
            <a:lvl7pPr algn="l">
              <a:defRPr sz="1425" b="1">
                <a:solidFill>
                  <a:srgbClr val="111613"/>
                </a:solidFill>
                <a:latin typeface="Inter"/>
                <a:ea typeface="Inter"/>
                <a:cs typeface="Inter"/>
              </a:defRPr>
            </a:lvl7pPr>
            <a:lvl8pPr algn="l">
              <a:defRPr sz="1425" b="1">
                <a:solidFill>
                  <a:srgbClr val="111613"/>
                </a:solidFill>
                <a:latin typeface="Inter"/>
                <a:ea typeface="Inter"/>
                <a:cs typeface="Inter"/>
              </a:defRPr>
            </a:lvl8pPr>
            <a:lvl9pPr algn="l">
              <a:defRPr sz="1425" b="1">
                <a:solidFill>
                  <a:srgbClr val="111613"/>
                </a:solidFill>
                <a:latin typeface="Inter"/>
                <a:ea typeface="Inter"/>
                <a:cs typeface="Inter"/>
              </a:defRPr>
            </a:lvl9pPr>
          </a:lstStyle>
          <a:p xmlns:a="http://schemas.openxmlformats.org/drawingml/2006/main">
            <a:pPr algn="l">
              <a:defRPr sz="1425" b="1">
                <a:solidFill>
                  <a:srgbClr val="111613"/>
                </a:solidFill>
                <a:latin typeface="Inter"/>
                <a:ea typeface="Inter"/>
                <a:cs typeface="Inter"/>
              </a:defRPr>
            </a:pPr>
            <a:r>
              <a:rPr sz="1425" b="1">
                <a:solidFill>
                  <a:srgbClr val="111613"/>
                </a:solidFill>
                <a:latin typeface="Inter"/>
                <a:ea typeface="Inter"/>
                <a:cs typeface="Inter"/>
              </a:rPr>
              <a:t>security.md  ·  approved_policy  ·  rank 4</a:t>
            </a:r>
          </a:p>
        </p:txBody>
      </p:sp>
      <p:sp>
        <p:nvSpPr>
          <p:cNvPr id="10" name="overridden-label">
            <a:extLst xmlns:a="http://schemas.openxmlformats.org/drawingml/2006/main">
              <a:ext uri="{FF2B5EF4-FFF2-40B4-BE49-F238E27FC236}">
                <a16:creationId xmlns:a16="http://schemas.microsoft.com/office/drawing/2014/main" id="{C0E521F6-3F44-41E3-A55B-47A3E0B7CBE3}"/>
              </a:ext>
            </a:extLst>
          </p:cNvPr>
          <p:cNvSpPr>
            <a:spLocks xmlns:a="http://schemas.openxmlformats.org/drawingml/2006/main" noGrp="1"/>
          </p:cNvSpPr>
          <p:nvPr/>
        </p:nvSpPr>
        <p:spPr>
          <a:xfrm xmlns:a="http://schemas.openxmlformats.org/drawingml/2006/main">
            <a:off x="6286500" y="43434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4C554F"/>
                </a:solidFill>
                <a:latin typeface="Inter"/>
                <a:ea typeface="Inter"/>
                <a:cs typeface="Inter"/>
              </a:defRPr>
            </a:defPPr>
            <a:lvl1pPr algn="l">
              <a:defRPr sz="1125" b="1">
                <a:solidFill>
                  <a:srgbClr val="4C554F"/>
                </a:solidFill>
                <a:latin typeface="Inter"/>
                <a:ea typeface="Inter"/>
                <a:cs typeface="Inter"/>
              </a:defRPr>
            </a:lvl1pPr>
            <a:lvl2pPr algn="l">
              <a:defRPr sz="1125" b="1">
                <a:solidFill>
                  <a:srgbClr val="4C554F"/>
                </a:solidFill>
                <a:latin typeface="Inter"/>
                <a:ea typeface="Inter"/>
                <a:cs typeface="Inter"/>
              </a:defRPr>
            </a:lvl2pPr>
            <a:lvl3pPr algn="l">
              <a:defRPr sz="1125" b="1">
                <a:solidFill>
                  <a:srgbClr val="4C554F"/>
                </a:solidFill>
                <a:latin typeface="Inter"/>
                <a:ea typeface="Inter"/>
                <a:cs typeface="Inter"/>
              </a:defRPr>
            </a:lvl3pPr>
            <a:lvl4pPr algn="l">
              <a:defRPr sz="1125" b="1">
                <a:solidFill>
                  <a:srgbClr val="4C554F"/>
                </a:solidFill>
                <a:latin typeface="Inter"/>
                <a:ea typeface="Inter"/>
                <a:cs typeface="Inter"/>
              </a:defRPr>
            </a:lvl4pPr>
            <a:lvl5pPr algn="l">
              <a:defRPr sz="1125" b="1">
                <a:solidFill>
                  <a:srgbClr val="4C554F"/>
                </a:solidFill>
                <a:latin typeface="Inter"/>
                <a:ea typeface="Inter"/>
                <a:cs typeface="Inter"/>
              </a:defRPr>
            </a:lvl5pPr>
            <a:lvl6pPr algn="l">
              <a:defRPr sz="1125" b="1">
                <a:solidFill>
                  <a:srgbClr val="4C554F"/>
                </a:solidFill>
                <a:latin typeface="Inter"/>
                <a:ea typeface="Inter"/>
                <a:cs typeface="Inter"/>
              </a:defRPr>
            </a:lvl6pPr>
            <a:lvl7pPr algn="l">
              <a:defRPr sz="1125" b="1">
                <a:solidFill>
                  <a:srgbClr val="4C554F"/>
                </a:solidFill>
                <a:latin typeface="Inter"/>
                <a:ea typeface="Inter"/>
                <a:cs typeface="Inter"/>
              </a:defRPr>
            </a:lvl7pPr>
            <a:lvl8pPr algn="l">
              <a:defRPr sz="1125" b="1">
                <a:solidFill>
                  <a:srgbClr val="4C554F"/>
                </a:solidFill>
                <a:latin typeface="Inter"/>
                <a:ea typeface="Inter"/>
                <a:cs typeface="Inter"/>
              </a:defRPr>
            </a:lvl8pPr>
            <a:lvl9pPr algn="l">
              <a:defRPr sz="1125" b="1">
                <a:solidFill>
                  <a:srgbClr val="4C554F"/>
                </a:solidFill>
                <a:latin typeface="Inter"/>
                <a:ea typeface="Inter"/>
                <a:cs typeface="Inter"/>
              </a:defRPr>
            </a:lvl9pPr>
          </a:lstStyle>
          <a:p xmlns:a="http://schemas.openxmlformats.org/drawingml/2006/main">
            <a:pPr algn="l">
              <a:defRPr sz="1125" b="1">
                <a:solidFill>
                  <a:srgbClr val="4C554F"/>
                </a:solidFill>
                <a:latin typeface="Inter"/>
                <a:ea typeface="Inter"/>
                <a:cs typeface="Inter"/>
              </a:defRPr>
            </a:pPr>
            <a:r>
              <a:rPr sz="1125" b="1">
                <a:solidFill>
                  <a:srgbClr val="4C554F"/>
                </a:solidFill>
                <a:latin typeface="Inter"/>
                <a:ea typeface="Inter"/>
                <a:cs typeface="Inter"/>
              </a:rPr>
              <a:t>OVERRIDDEN WIKI</a:t>
            </a:r>
          </a:p>
        </p:txBody>
      </p:sp>
      <p:sp>
        <p:nvSpPr>
          <p:cNvPr id="11" name="overridden-source">
            <a:extLst xmlns:a="http://schemas.openxmlformats.org/drawingml/2006/main">
              <a:ext uri="{FF2B5EF4-FFF2-40B4-BE49-F238E27FC236}">
                <a16:creationId xmlns:a16="http://schemas.microsoft.com/office/drawing/2014/main" id="{4272AFC1-32DB-4883-A17C-F70BF98D449B}"/>
              </a:ext>
            </a:extLst>
          </p:cNvPr>
          <p:cNvSpPr>
            <a:spLocks xmlns:a="http://schemas.openxmlformats.org/drawingml/2006/main" noGrp="1"/>
          </p:cNvSpPr>
          <p:nvPr/>
        </p:nvSpPr>
        <p:spPr>
          <a:xfrm xmlns:a="http://schemas.openxmlformats.org/drawingml/2006/main">
            <a:off x="6286500" y="47053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11613"/>
                </a:solidFill>
                <a:latin typeface="Inter"/>
                <a:ea typeface="Inter"/>
                <a:cs typeface="Inter"/>
              </a:defRPr>
            </a:defPPr>
            <a:lvl1pPr algn="l">
              <a:defRPr sz="1425" b="1">
                <a:solidFill>
                  <a:srgbClr val="111613"/>
                </a:solidFill>
                <a:latin typeface="Inter"/>
                <a:ea typeface="Inter"/>
                <a:cs typeface="Inter"/>
              </a:defRPr>
            </a:lvl1pPr>
            <a:lvl2pPr algn="l">
              <a:defRPr sz="1425" b="1">
                <a:solidFill>
                  <a:srgbClr val="111613"/>
                </a:solidFill>
                <a:latin typeface="Inter"/>
                <a:ea typeface="Inter"/>
                <a:cs typeface="Inter"/>
              </a:defRPr>
            </a:lvl2pPr>
            <a:lvl3pPr algn="l">
              <a:defRPr sz="1425" b="1">
                <a:solidFill>
                  <a:srgbClr val="111613"/>
                </a:solidFill>
                <a:latin typeface="Inter"/>
                <a:ea typeface="Inter"/>
                <a:cs typeface="Inter"/>
              </a:defRPr>
            </a:lvl3pPr>
            <a:lvl4pPr algn="l">
              <a:defRPr sz="1425" b="1">
                <a:solidFill>
                  <a:srgbClr val="111613"/>
                </a:solidFill>
                <a:latin typeface="Inter"/>
                <a:ea typeface="Inter"/>
                <a:cs typeface="Inter"/>
              </a:defRPr>
            </a:lvl4pPr>
            <a:lvl5pPr algn="l">
              <a:defRPr sz="1425" b="1">
                <a:solidFill>
                  <a:srgbClr val="111613"/>
                </a:solidFill>
                <a:latin typeface="Inter"/>
                <a:ea typeface="Inter"/>
                <a:cs typeface="Inter"/>
              </a:defRPr>
            </a:lvl5pPr>
            <a:lvl6pPr algn="l">
              <a:defRPr sz="1425" b="1">
                <a:solidFill>
                  <a:srgbClr val="111613"/>
                </a:solidFill>
                <a:latin typeface="Inter"/>
                <a:ea typeface="Inter"/>
                <a:cs typeface="Inter"/>
              </a:defRPr>
            </a:lvl6pPr>
            <a:lvl7pPr algn="l">
              <a:defRPr sz="1425" b="1">
                <a:solidFill>
                  <a:srgbClr val="111613"/>
                </a:solidFill>
                <a:latin typeface="Inter"/>
                <a:ea typeface="Inter"/>
                <a:cs typeface="Inter"/>
              </a:defRPr>
            </a:lvl7pPr>
            <a:lvl8pPr algn="l">
              <a:defRPr sz="1425" b="1">
                <a:solidFill>
                  <a:srgbClr val="111613"/>
                </a:solidFill>
                <a:latin typeface="Inter"/>
                <a:ea typeface="Inter"/>
                <a:cs typeface="Inter"/>
              </a:defRPr>
            </a:lvl8pPr>
            <a:lvl9pPr algn="l">
              <a:defRPr sz="1425" b="1">
                <a:solidFill>
                  <a:srgbClr val="111613"/>
                </a:solidFill>
                <a:latin typeface="Inter"/>
                <a:ea typeface="Inter"/>
                <a:cs typeface="Inter"/>
              </a:defRPr>
            </a:lvl9pPr>
          </a:lstStyle>
          <a:p xmlns:a="http://schemas.openxmlformats.org/drawingml/2006/main">
            <a:pPr algn="l">
              <a:defRPr sz="1425" b="1">
                <a:solidFill>
                  <a:srgbClr val="111613"/>
                </a:solidFill>
                <a:latin typeface="Inter"/>
                <a:ea typeface="Inter"/>
                <a:cs typeface="Inter"/>
              </a:defRPr>
            </a:pPr>
            <a:r>
              <a:rPr sz="1425" b="1">
                <a:solidFill>
                  <a:srgbClr val="111613"/>
                </a:solidFill>
                <a:latin typeface="Inter"/>
                <a:ea typeface="Inter"/>
                <a:cs typeface="Inter"/>
              </a:rPr>
              <a:t>backend-wiki.md  ·  wiki_entry  ·  rank 2</a:t>
            </a:r>
          </a:p>
        </p:txBody>
      </p:sp>
      <p:sp>
        <p:nvSpPr>
          <p:cNvPr id="12" name="reason">
            <a:extLst xmlns:a="http://schemas.openxmlformats.org/drawingml/2006/main">
              <a:ext uri="{FF2B5EF4-FFF2-40B4-BE49-F238E27FC236}">
                <a16:creationId xmlns:a16="http://schemas.microsoft.com/office/drawing/2014/main" id="{86DF8201-648C-404A-B166-CF6EB0A0C4C7}"/>
              </a:ext>
            </a:extLst>
          </p:cNvPr>
          <p:cNvSpPr>
            <a:spLocks xmlns:a="http://schemas.openxmlformats.org/drawingml/2006/main" noGrp="1"/>
          </p:cNvSpPr>
          <p:nvPr/>
        </p:nvSpPr>
        <p:spPr>
          <a:xfrm xmlns:a="http://schemas.openxmlformats.org/drawingml/2006/main">
            <a:off x="6286500" y="5143500"/>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4C554F"/>
                </a:solidFill>
                <a:latin typeface="Inter"/>
                <a:ea typeface="Inter"/>
                <a:cs typeface="Inter"/>
              </a:defRPr>
            </a:defPPr>
            <a:lvl1pPr algn="l">
              <a:defRPr sz="1350" b="0">
                <a:solidFill>
                  <a:srgbClr val="4C554F"/>
                </a:solidFill>
                <a:latin typeface="Inter"/>
                <a:ea typeface="Inter"/>
                <a:cs typeface="Inter"/>
              </a:defRPr>
            </a:lvl1pPr>
            <a:lvl2pPr algn="l">
              <a:defRPr sz="1350" b="0">
                <a:solidFill>
                  <a:srgbClr val="4C554F"/>
                </a:solidFill>
                <a:latin typeface="Inter"/>
                <a:ea typeface="Inter"/>
                <a:cs typeface="Inter"/>
              </a:defRPr>
            </a:lvl2pPr>
            <a:lvl3pPr algn="l">
              <a:defRPr sz="1350" b="0">
                <a:solidFill>
                  <a:srgbClr val="4C554F"/>
                </a:solidFill>
                <a:latin typeface="Inter"/>
                <a:ea typeface="Inter"/>
                <a:cs typeface="Inter"/>
              </a:defRPr>
            </a:lvl3pPr>
            <a:lvl4pPr algn="l">
              <a:defRPr sz="1350" b="0">
                <a:solidFill>
                  <a:srgbClr val="4C554F"/>
                </a:solidFill>
                <a:latin typeface="Inter"/>
                <a:ea typeface="Inter"/>
                <a:cs typeface="Inter"/>
              </a:defRPr>
            </a:lvl4pPr>
            <a:lvl5pPr algn="l">
              <a:defRPr sz="1350" b="0">
                <a:solidFill>
                  <a:srgbClr val="4C554F"/>
                </a:solidFill>
                <a:latin typeface="Inter"/>
                <a:ea typeface="Inter"/>
                <a:cs typeface="Inter"/>
              </a:defRPr>
            </a:lvl5pPr>
            <a:lvl6pPr algn="l">
              <a:defRPr sz="1350" b="0">
                <a:solidFill>
                  <a:srgbClr val="4C554F"/>
                </a:solidFill>
                <a:latin typeface="Inter"/>
                <a:ea typeface="Inter"/>
                <a:cs typeface="Inter"/>
              </a:defRPr>
            </a:lvl6pPr>
            <a:lvl7pPr algn="l">
              <a:defRPr sz="1350" b="0">
                <a:solidFill>
                  <a:srgbClr val="4C554F"/>
                </a:solidFill>
                <a:latin typeface="Inter"/>
                <a:ea typeface="Inter"/>
                <a:cs typeface="Inter"/>
              </a:defRPr>
            </a:lvl7pPr>
            <a:lvl8pPr algn="l">
              <a:defRPr sz="1350" b="0">
                <a:solidFill>
                  <a:srgbClr val="4C554F"/>
                </a:solidFill>
                <a:latin typeface="Inter"/>
                <a:ea typeface="Inter"/>
                <a:cs typeface="Inter"/>
              </a:defRPr>
            </a:lvl8pPr>
            <a:lvl9pPr algn="l">
              <a:defRPr sz="1350" b="0">
                <a:solidFill>
                  <a:srgbClr val="4C554F"/>
                </a:solidFill>
                <a:latin typeface="Inter"/>
                <a:ea typeface="Inter"/>
                <a:cs typeface="Inter"/>
              </a:defRPr>
            </a:lvl9pPr>
          </a:lstStyle>
          <a:p xmlns:a="http://schemas.openxmlformats.org/drawingml/2006/main">
            <a:pPr algn="l">
              <a:defRPr sz="1350" b="0">
                <a:solidFill>
                  <a:srgbClr val="4C554F"/>
                </a:solidFill>
                <a:latin typeface="Inter"/>
                <a:ea typeface="Inter"/>
                <a:cs typeface="Inter"/>
              </a:defRPr>
            </a:pPr>
            <a:r>
              <a:rPr sz="1350" b="0">
                <a:solidFill>
                  <a:srgbClr val="4C554F"/>
                </a:solidFill>
                <a:latin typeface="Inter"/>
                <a:ea typeface="Inter"/>
                <a:cs typeface="Inter"/>
              </a:rPr>
              <a:t>The higher-ranked policy controls. The disagreement remains visible.</a:t>
            </a:r>
          </a:p>
        </p:txBody>
      </p:sp>
    </p:spTree>
    <p:extLst>
      <p:ext uri="{BB962C8B-B14F-4D97-AF65-F5344CB8AC3E}">
        <p14:creationId xmlns:p14="http://schemas.microsoft.com/office/powerpoint/2010/main" val="1545884783"/>
      </p:ext>
    </p:extLst>
  </p:cSld>
</p:sld>
</file>

<file path=ppt/slides/slide6.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15" name="kicker">
            <a:extLst xmlns:a="http://schemas.openxmlformats.org/drawingml/2006/main">
              <a:ext uri="{FF2B5EF4-FFF2-40B4-BE49-F238E27FC236}">
                <a16:creationId xmlns:a16="http://schemas.microsoft.com/office/drawing/2014/main" id="{7DA4641A-8BFA-4999-B1D5-F85612A8EFE2}"/>
              </a:ext>
            </a:extLst>
          </p:cNvPr>
          <p:cNvSpPr>
            <a:spLocks xmlns:a="http://schemas.openxmlformats.org/drawingml/2006/main" noGrp="1"/>
          </p:cNvSpPr>
          <p:nvPr/>
        </p:nvSpPr>
        <p:spPr>
          <a:xfrm xmlns:a="http://schemas.openxmlformats.org/drawingml/2006/main">
            <a:off x="647700" y="3619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087443"/>
                </a:solidFill>
                <a:latin typeface="Inter"/>
                <a:ea typeface="Inter"/>
                <a:cs typeface="Inter"/>
              </a:defRPr>
            </a:defPPr>
            <a:lvl1pPr algn="l">
              <a:defRPr sz="1050" b="1">
                <a:solidFill>
                  <a:srgbClr val="087443"/>
                </a:solidFill>
                <a:latin typeface="Inter"/>
                <a:ea typeface="Inter"/>
                <a:cs typeface="Inter"/>
              </a:defRPr>
            </a:lvl1pPr>
            <a:lvl2pPr algn="l">
              <a:defRPr sz="1050" b="1">
                <a:solidFill>
                  <a:srgbClr val="087443"/>
                </a:solidFill>
                <a:latin typeface="Inter"/>
                <a:ea typeface="Inter"/>
                <a:cs typeface="Inter"/>
              </a:defRPr>
            </a:lvl2pPr>
            <a:lvl3pPr algn="l">
              <a:defRPr sz="1050" b="1">
                <a:solidFill>
                  <a:srgbClr val="087443"/>
                </a:solidFill>
                <a:latin typeface="Inter"/>
                <a:ea typeface="Inter"/>
                <a:cs typeface="Inter"/>
              </a:defRPr>
            </a:lvl3pPr>
            <a:lvl4pPr algn="l">
              <a:defRPr sz="1050" b="1">
                <a:solidFill>
                  <a:srgbClr val="087443"/>
                </a:solidFill>
                <a:latin typeface="Inter"/>
                <a:ea typeface="Inter"/>
                <a:cs typeface="Inter"/>
              </a:defRPr>
            </a:lvl4pPr>
            <a:lvl5pPr algn="l">
              <a:defRPr sz="1050" b="1">
                <a:solidFill>
                  <a:srgbClr val="087443"/>
                </a:solidFill>
                <a:latin typeface="Inter"/>
                <a:ea typeface="Inter"/>
                <a:cs typeface="Inter"/>
              </a:defRPr>
            </a:lvl5pPr>
            <a:lvl6pPr algn="l">
              <a:defRPr sz="1050" b="1">
                <a:solidFill>
                  <a:srgbClr val="087443"/>
                </a:solidFill>
                <a:latin typeface="Inter"/>
                <a:ea typeface="Inter"/>
                <a:cs typeface="Inter"/>
              </a:defRPr>
            </a:lvl6pPr>
            <a:lvl7pPr algn="l">
              <a:defRPr sz="1050" b="1">
                <a:solidFill>
                  <a:srgbClr val="087443"/>
                </a:solidFill>
                <a:latin typeface="Inter"/>
                <a:ea typeface="Inter"/>
                <a:cs typeface="Inter"/>
              </a:defRPr>
            </a:lvl7pPr>
            <a:lvl8pPr algn="l">
              <a:defRPr sz="1050" b="1">
                <a:solidFill>
                  <a:srgbClr val="087443"/>
                </a:solidFill>
                <a:latin typeface="Inter"/>
                <a:ea typeface="Inter"/>
                <a:cs typeface="Inter"/>
              </a:defRPr>
            </a:lvl8pPr>
            <a:lvl9pPr algn="l">
              <a:defRPr sz="1050" b="1">
                <a:solidFill>
                  <a:srgbClr val="087443"/>
                </a:solidFill>
                <a:latin typeface="Inter"/>
                <a:ea typeface="Inter"/>
                <a:cs typeface="Inter"/>
              </a:defRPr>
            </a:lvl9pPr>
          </a:lstStyle>
          <a:p xmlns:a="http://schemas.openxmlformats.org/drawingml/2006/main">
            <a:pPr algn="l">
              <a:defRPr sz="1050" b="1">
                <a:solidFill>
                  <a:srgbClr val="087443"/>
                </a:solidFill>
                <a:latin typeface="Inter"/>
                <a:ea typeface="Inter"/>
                <a:cs typeface="Inter"/>
              </a:defRPr>
            </a:pPr>
            <a:r>
              <a:rPr sz="1050" b="1">
                <a:solidFill>
                  <a:srgbClr val="087443"/>
                </a:solidFill>
                <a:latin typeface="Inter"/>
                <a:ea typeface="Inter"/>
                <a:cs typeface="Inter"/>
              </a:rPr>
              <a:t>EXAMPLE 2 · MISSING EVIDENCE</a:t>
            </a:r>
          </a:p>
        </p:txBody>
      </p:sp>
      <p:sp>
        <p:nvSpPr>
          <p:cNvPr id="2" name="slide-number">
            <a:extLst xmlns:a="http://schemas.openxmlformats.org/drawingml/2006/main">
              <a:ext uri="{FF2B5EF4-FFF2-40B4-BE49-F238E27FC236}">
                <a16:creationId xmlns:a16="http://schemas.microsoft.com/office/drawing/2014/main" id="{6420A9C5-71E6-4C77-8992-6E1DD6DEF19D}"/>
              </a:ext>
            </a:extLst>
          </p:cNvPr>
          <p:cNvSpPr>
            <a:spLocks xmlns:a="http://schemas.openxmlformats.org/drawingml/2006/main" noGrp="1"/>
          </p:cNvSpPr>
          <p:nvPr/>
        </p:nvSpPr>
        <p:spPr>
          <a:xfrm xmlns:a="http://schemas.openxmlformats.org/drawingml/2006/main">
            <a:off x="10972800" y="3619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a:solidFill>
                  <a:srgbClr val="707772"/>
                </a:solidFill>
                <a:latin typeface="Inter"/>
                <a:ea typeface="Inter"/>
                <a:cs typeface="Inter"/>
              </a:defRPr>
            </a:defPPr>
            <a:lvl1pPr algn="r">
              <a:defRPr sz="1050" b="1">
                <a:solidFill>
                  <a:srgbClr val="707772"/>
                </a:solidFill>
                <a:latin typeface="Inter"/>
                <a:ea typeface="Inter"/>
                <a:cs typeface="Inter"/>
              </a:defRPr>
            </a:lvl1pPr>
            <a:lvl2pPr algn="r">
              <a:defRPr sz="1050" b="1">
                <a:solidFill>
                  <a:srgbClr val="707772"/>
                </a:solidFill>
                <a:latin typeface="Inter"/>
                <a:ea typeface="Inter"/>
                <a:cs typeface="Inter"/>
              </a:defRPr>
            </a:lvl2pPr>
            <a:lvl3pPr algn="r">
              <a:defRPr sz="1050" b="1">
                <a:solidFill>
                  <a:srgbClr val="707772"/>
                </a:solidFill>
                <a:latin typeface="Inter"/>
                <a:ea typeface="Inter"/>
                <a:cs typeface="Inter"/>
              </a:defRPr>
            </a:lvl3pPr>
            <a:lvl4pPr algn="r">
              <a:defRPr sz="1050" b="1">
                <a:solidFill>
                  <a:srgbClr val="707772"/>
                </a:solidFill>
                <a:latin typeface="Inter"/>
                <a:ea typeface="Inter"/>
                <a:cs typeface="Inter"/>
              </a:defRPr>
            </a:lvl4pPr>
            <a:lvl5pPr algn="r">
              <a:defRPr sz="1050" b="1">
                <a:solidFill>
                  <a:srgbClr val="707772"/>
                </a:solidFill>
                <a:latin typeface="Inter"/>
                <a:ea typeface="Inter"/>
                <a:cs typeface="Inter"/>
              </a:defRPr>
            </a:lvl5pPr>
            <a:lvl6pPr algn="r">
              <a:defRPr sz="1050" b="1">
                <a:solidFill>
                  <a:srgbClr val="707772"/>
                </a:solidFill>
                <a:latin typeface="Inter"/>
                <a:ea typeface="Inter"/>
                <a:cs typeface="Inter"/>
              </a:defRPr>
            </a:lvl6pPr>
            <a:lvl7pPr algn="r">
              <a:defRPr sz="1050" b="1">
                <a:solidFill>
                  <a:srgbClr val="707772"/>
                </a:solidFill>
                <a:latin typeface="Inter"/>
                <a:ea typeface="Inter"/>
                <a:cs typeface="Inter"/>
              </a:defRPr>
            </a:lvl7pPr>
            <a:lvl8pPr algn="r">
              <a:defRPr sz="1050" b="1">
                <a:solidFill>
                  <a:srgbClr val="707772"/>
                </a:solidFill>
                <a:latin typeface="Inter"/>
                <a:ea typeface="Inter"/>
                <a:cs typeface="Inter"/>
              </a:defRPr>
            </a:lvl8pPr>
            <a:lvl9pPr algn="r">
              <a:defRPr sz="1050" b="1">
                <a:solidFill>
                  <a:srgbClr val="707772"/>
                </a:solidFill>
                <a:latin typeface="Inter"/>
                <a:ea typeface="Inter"/>
                <a:cs typeface="Inter"/>
              </a:defRPr>
            </a:lvl9pPr>
          </a:lstStyle>
          <a:p xmlns:a="http://schemas.openxmlformats.org/drawingml/2006/main">
            <a:pPr algn="r">
              <a:defRPr sz="1050" b="1">
                <a:solidFill>
                  <a:srgbClr val="707772"/>
                </a:solidFill>
                <a:latin typeface="Inter"/>
                <a:ea typeface="Inter"/>
                <a:cs typeface="Inter"/>
              </a:defRPr>
            </a:pPr>
            <a:r>
              <a:rPr sz="1050" b="1">
                <a:solidFill>
                  <a:srgbClr val="707772"/>
                </a:solidFill>
                <a:latin typeface="Inter"/>
                <a:ea typeface="Inter"/>
                <a:cs typeface="Inter"/>
              </a:rPr>
              <a:t>06</a:t>
            </a:r>
          </a:p>
        </p:txBody>
      </p:sp>
      <p:sp>
        <p:nvSpPr>
          <p:cNvPr id="3" name="title">
            <a:extLst xmlns:a="http://schemas.openxmlformats.org/drawingml/2006/main">
              <a:ext uri="{FF2B5EF4-FFF2-40B4-BE49-F238E27FC236}">
                <a16:creationId xmlns:a16="http://schemas.microsoft.com/office/drawing/2014/main" id="{D0719C55-DC63-4FE6-A524-62CD8AE7D80E}"/>
              </a:ext>
            </a:extLst>
          </p:cNvPr>
          <p:cNvSpPr>
            <a:spLocks xmlns:a="http://schemas.openxmlformats.org/drawingml/2006/main" noGrp="1"/>
          </p:cNvSpPr>
          <p:nvPr/>
        </p:nvSpPr>
        <p:spPr>
          <a:xfrm xmlns:a="http://schemas.openxmlformats.org/drawingml/2006/main">
            <a:off x="647700" y="781050"/>
            <a:ext cx="108108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11613"/>
                </a:solidFill>
                <a:latin typeface="Inter"/>
                <a:ea typeface="Inter"/>
                <a:cs typeface="Inter"/>
              </a:defRPr>
            </a:defPPr>
            <a:lvl1pPr algn="l">
              <a:defRPr sz="3225" b="1">
                <a:solidFill>
                  <a:srgbClr val="111613"/>
                </a:solidFill>
                <a:latin typeface="Inter"/>
                <a:ea typeface="Inter"/>
                <a:cs typeface="Inter"/>
              </a:defRPr>
            </a:lvl1pPr>
            <a:lvl2pPr algn="l">
              <a:defRPr sz="3225" b="1">
                <a:solidFill>
                  <a:srgbClr val="111613"/>
                </a:solidFill>
                <a:latin typeface="Inter"/>
                <a:ea typeface="Inter"/>
                <a:cs typeface="Inter"/>
              </a:defRPr>
            </a:lvl2pPr>
            <a:lvl3pPr algn="l">
              <a:defRPr sz="3225" b="1">
                <a:solidFill>
                  <a:srgbClr val="111613"/>
                </a:solidFill>
                <a:latin typeface="Inter"/>
                <a:ea typeface="Inter"/>
                <a:cs typeface="Inter"/>
              </a:defRPr>
            </a:lvl3pPr>
            <a:lvl4pPr algn="l">
              <a:defRPr sz="3225" b="1">
                <a:solidFill>
                  <a:srgbClr val="111613"/>
                </a:solidFill>
                <a:latin typeface="Inter"/>
                <a:ea typeface="Inter"/>
                <a:cs typeface="Inter"/>
              </a:defRPr>
            </a:lvl4pPr>
            <a:lvl5pPr algn="l">
              <a:defRPr sz="3225" b="1">
                <a:solidFill>
                  <a:srgbClr val="111613"/>
                </a:solidFill>
                <a:latin typeface="Inter"/>
                <a:ea typeface="Inter"/>
                <a:cs typeface="Inter"/>
              </a:defRPr>
            </a:lvl5pPr>
            <a:lvl6pPr algn="l">
              <a:defRPr sz="3225" b="1">
                <a:solidFill>
                  <a:srgbClr val="111613"/>
                </a:solidFill>
                <a:latin typeface="Inter"/>
                <a:ea typeface="Inter"/>
                <a:cs typeface="Inter"/>
              </a:defRPr>
            </a:lvl6pPr>
            <a:lvl7pPr algn="l">
              <a:defRPr sz="3225" b="1">
                <a:solidFill>
                  <a:srgbClr val="111613"/>
                </a:solidFill>
                <a:latin typeface="Inter"/>
                <a:ea typeface="Inter"/>
                <a:cs typeface="Inter"/>
              </a:defRPr>
            </a:lvl7pPr>
            <a:lvl8pPr algn="l">
              <a:defRPr sz="3225" b="1">
                <a:solidFill>
                  <a:srgbClr val="111613"/>
                </a:solidFill>
                <a:latin typeface="Inter"/>
                <a:ea typeface="Inter"/>
                <a:cs typeface="Inter"/>
              </a:defRPr>
            </a:lvl8pPr>
            <a:lvl9pPr algn="l">
              <a:defRPr sz="3225" b="1">
                <a:solidFill>
                  <a:srgbClr val="111613"/>
                </a:solidFill>
                <a:latin typeface="Inter"/>
                <a:ea typeface="Inter"/>
                <a:cs typeface="Inter"/>
              </a:defRPr>
            </a:lvl9pPr>
          </a:lstStyle>
          <a:p xmlns:a="http://schemas.openxmlformats.org/drawingml/2006/main">
            <a:pPr algn="l">
              <a:defRPr sz="3225" b="1">
                <a:solidFill>
                  <a:srgbClr val="111613"/>
                </a:solidFill>
                <a:latin typeface="Inter"/>
                <a:ea typeface="Inter"/>
                <a:cs typeface="Inter"/>
              </a:defRPr>
            </a:pPr>
            <a:r>
              <a:rPr sz="3225" b="1">
                <a:solidFill>
                  <a:srgbClr val="111613"/>
                </a:solidFill>
                <a:latin typeface="Inter"/>
                <a:ea typeface="Inter"/>
                <a:cs typeface="Inter"/>
              </a:rPr>
              <a:t>A vendor note cannot replace required evidence.</a:t>
            </a:r>
          </a:p>
        </p:txBody>
      </p:sp>
      <p:sp>
        <p:nvSpPr>
          <p:cNvPr id="4" name="title-rule">
            <a:extLst xmlns:a="http://schemas.openxmlformats.org/drawingml/2006/main">
              <a:ext uri="{FF2B5EF4-FFF2-40B4-BE49-F238E27FC236}">
                <a16:creationId xmlns:a16="http://schemas.microsoft.com/office/drawing/2014/main" id="{6983CF05-8982-4CA9-B80D-411FC40E853C}"/>
              </a:ext>
            </a:extLst>
          </p:cNvPr>
          <p:cNvSpPr>
            <a:spLocks xmlns:a="http://schemas.openxmlformats.org/drawingml/2006/main" noGrp="1"/>
          </p:cNvSpPr>
          <p:nvPr/>
        </p:nvSpPr>
        <p:spPr>
          <a:xfrm xmlns:a="http://schemas.openxmlformats.org/drawingml/2006/main">
            <a:off x="647700" y="1695450"/>
            <a:ext cx="10896600" cy="19050"/>
          </a:xfrm>
          <a:prstGeom xmlns:a="http://schemas.openxmlformats.org/drawingml/2006/main" prst="rect">
            <a:avLst/>
          </a:prstGeom>
          <a:solidFill xmlns:a="http://schemas.openxmlformats.org/drawingml/2006/main">
            <a:srgbClr val="087443"/>
          </a:solidFill>
          <a:ln xmlns:a="http://schemas.openxmlformats.org/drawingml/2006/main" w="0">
            <a:noFill/>
            <a:prstDash val="solid"/>
          </a:ln>
        </p:spPr>
      </p:sp>
      <p:sp>
        <p:nvSpPr>
          <p:cNvPr id="5" name="insufficient-band">
            <a:extLst xmlns:a="http://schemas.openxmlformats.org/drawingml/2006/main">
              <a:ext uri="{FF2B5EF4-FFF2-40B4-BE49-F238E27FC236}">
                <a16:creationId xmlns:a16="http://schemas.microsoft.com/office/drawing/2014/main" id="{6D4FD038-0509-49DF-9FD4-EDC539A20243}"/>
              </a:ext>
            </a:extLst>
          </p:cNvPr>
          <p:cNvSpPr>
            <a:spLocks xmlns:a="http://schemas.openxmlformats.org/drawingml/2006/main" noGrp="1"/>
          </p:cNvSpPr>
          <p:nvPr/>
        </p:nvSpPr>
        <p:spPr>
          <a:xfrm xmlns:a="http://schemas.openxmlformats.org/drawingml/2006/main">
            <a:off x="723900" y="2076450"/>
            <a:ext cx="2857500" cy="533400"/>
          </a:xfrm>
          <a:prstGeom xmlns:a="http://schemas.openxmlformats.org/drawingml/2006/main" prst="rect">
            <a:avLst/>
          </a:prstGeom>
          <a:solidFill xmlns:a="http://schemas.openxmlformats.org/drawingml/2006/main">
            <a:srgbClr val="8A6500"/>
          </a:solidFill>
          <a:ln xmlns:a="http://schemas.openxmlformats.org/drawingml/2006/main" w="0">
            <a:noFill/>
            <a:prstDash val="solid"/>
          </a:ln>
        </p:spPr>
      </p:sp>
      <p:sp>
        <p:nvSpPr>
          <p:cNvPr id="6" name="insufficient-label">
            <a:extLst xmlns:a="http://schemas.openxmlformats.org/drawingml/2006/main">
              <a:ext uri="{FF2B5EF4-FFF2-40B4-BE49-F238E27FC236}">
                <a16:creationId xmlns:a16="http://schemas.microsoft.com/office/drawing/2014/main" id="{0BAD1572-F960-4B5F-9874-AA51AC10E5F4}"/>
              </a:ext>
            </a:extLst>
          </p:cNvPr>
          <p:cNvSpPr>
            <a:spLocks xmlns:a="http://schemas.openxmlformats.org/drawingml/2006/main" noGrp="1"/>
          </p:cNvSpPr>
          <p:nvPr/>
        </p:nvSpPr>
        <p:spPr>
          <a:xfrm xmlns:a="http://schemas.openxmlformats.org/drawingml/2006/main">
            <a:off x="876300" y="22002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FFFFFF"/>
                </a:solidFill>
                <a:latin typeface="Inter"/>
                <a:ea typeface="Inter"/>
                <a:cs typeface="Inter"/>
              </a:defRPr>
            </a:defPPr>
            <a:lvl1pPr algn="l">
              <a:defRPr sz="1425" b="1">
                <a:solidFill>
                  <a:srgbClr val="FFFFFF"/>
                </a:solidFill>
                <a:latin typeface="Inter"/>
                <a:ea typeface="Inter"/>
                <a:cs typeface="Inter"/>
              </a:defRPr>
            </a:lvl1pPr>
            <a:lvl2pPr algn="l">
              <a:defRPr sz="1425" b="1">
                <a:solidFill>
                  <a:srgbClr val="FFFFFF"/>
                </a:solidFill>
                <a:latin typeface="Inter"/>
                <a:ea typeface="Inter"/>
                <a:cs typeface="Inter"/>
              </a:defRPr>
            </a:lvl2pPr>
            <a:lvl3pPr algn="l">
              <a:defRPr sz="1425" b="1">
                <a:solidFill>
                  <a:srgbClr val="FFFFFF"/>
                </a:solidFill>
                <a:latin typeface="Inter"/>
                <a:ea typeface="Inter"/>
                <a:cs typeface="Inter"/>
              </a:defRPr>
            </a:lvl3pPr>
            <a:lvl4pPr algn="l">
              <a:defRPr sz="1425" b="1">
                <a:solidFill>
                  <a:srgbClr val="FFFFFF"/>
                </a:solidFill>
                <a:latin typeface="Inter"/>
                <a:ea typeface="Inter"/>
                <a:cs typeface="Inter"/>
              </a:defRPr>
            </a:lvl4pPr>
            <a:lvl5pPr algn="l">
              <a:defRPr sz="1425" b="1">
                <a:solidFill>
                  <a:srgbClr val="FFFFFF"/>
                </a:solidFill>
                <a:latin typeface="Inter"/>
                <a:ea typeface="Inter"/>
                <a:cs typeface="Inter"/>
              </a:defRPr>
            </a:lvl5pPr>
            <a:lvl6pPr algn="l">
              <a:defRPr sz="1425" b="1">
                <a:solidFill>
                  <a:srgbClr val="FFFFFF"/>
                </a:solidFill>
                <a:latin typeface="Inter"/>
                <a:ea typeface="Inter"/>
                <a:cs typeface="Inter"/>
              </a:defRPr>
            </a:lvl6pPr>
            <a:lvl7pPr algn="l">
              <a:defRPr sz="1425" b="1">
                <a:solidFill>
                  <a:srgbClr val="FFFFFF"/>
                </a:solidFill>
                <a:latin typeface="Inter"/>
                <a:ea typeface="Inter"/>
                <a:cs typeface="Inter"/>
              </a:defRPr>
            </a:lvl7pPr>
            <a:lvl8pPr algn="l">
              <a:defRPr sz="1425" b="1">
                <a:solidFill>
                  <a:srgbClr val="FFFFFF"/>
                </a:solidFill>
                <a:latin typeface="Inter"/>
                <a:ea typeface="Inter"/>
                <a:cs typeface="Inter"/>
              </a:defRPr>
            </a:lvl8pPr>
            <a:lvl9pPr algn="l">
              <a:defRPr sz="1425" b="1">
                <a:solidFill>
                  <a:srgbClr val="FFFFFF"/>
                </a:solidFill>
                <a:latin typeface="Inter"/>
                <a:ea typeface="Inter"/>
                <a:cs typeface="Inter"/>
              </a:defRPr>
            </a:lvl9pPr>
          </a:lstStyle>
          <a:p xmlns:a="http://schemas.openxmlformats.org/drawingml/2006/main">
            <a:pPr algn="l">
              <a:defRPr sz="1425" b="1">
                <a:solidFill>
                  <a:srgbClr val="FFFFFF"/>
                </a:solidFill>
                <a:latin typeface="Inter"/>
                <a:ea typeface="Inter"/>
                <a:cs typeface="Inter"/>
              </a:defRPr>
            </a:pPr>
            <a:r>
              <a:rPr sz="1425" b="1">
                <a:solidFill>
                  <a:srgbClr val="FFFFFF"/>
                </a:solidFill>
                <a:latin typeface="Inter"/>
                <a:ea typeface="Inter"/>
                <a:cs typeface="Inter"/>
              </a:rPr>
              <a:t>EVIDENCE NEEDED</a:t>
            </a:r>
          </a:p>
        </p:txBody>
      </p:sp>
      <p:sp>
        <p:nvSpPr>
          <p:cNvPr id="7" name="question">
            <a:extLst xmlns:a="http://schemas.openxmlformats.org/drawingml/2006/main">
              <a:ext uri="{FF2B5EF4-FFF2-40B4-BE49-F238E27FC236}">
                <a16:creationId xmlns:a16="http://schemas.microsoft.com/office/drawing/2014/main" id="{FA61954C-2306-44A0-A495-EA49E8E6C6CF}"/>
              </a:ext>
            </a:extLst>
          </p:cNvPr>
          <p:cNvSpPr>
            <a:spLocks xmlns:a="http://schemas.openxmlformats.org/drawingml/2006/main" noGrp="1"/>
          </p:cNvSpPr>
          <p:nvPr/>
        </p:nvSpPr>
        <p:spPr>
          <a:xfrm xmlns:a="http://schemas.openxmlformats.org/drawingml/2006/main">
            <a:off x="723900" y="290512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11613"/>
                </a:solidFill>
                <a:latin typeface="Inter"/>
                <a:ea typeface="Inter"/>
                <a:cs typeface="Inter"/>
              </a:defRPr>
            </a:defPPr>
            <a:lvl1pPr algn="l">
              <a:defRPr sz="2250" b="1">
                <a:solidFill>
                  <a:srgbClr val="111613"/>
                </a:solidFill>
                <a:latin typeface="Inter"/>
                <a:ea typeface="Inter"/>
                <a:cs typeface="Inter"/>
              </a:defRPr>
            </a:lvl1pPr>
            <a:lvl2pPr algn="l">
              <a:defRPr sz="2250" b="1">
                <a:solidFill>
                  <a:srgbClr val="111613"/>
                </a:solidFill>
                <a:latin typeface="Inter"/>
                <a:ea typeface="Inter"/>
                <a:cs typeface="Inter"/>
              </a:defRPr>
            </a:lvl2pPr>
            <a:lvl3pPr algn="l">
              <a:defRPr sz="2250" b="1">
                <a:solidFill>
                  <a:srgbClr val="111613"/>
                </a:solidFill>
                <a:latin typeface="Inter"/>
                <a:ea typeface="Inter"/>
                <a:cs typeface="Inter"/>
              </a:defRPr>
            </a:lvl3pPr>
            <a:lvl4pPr algn="l">
              <a:defRPr sz="2250" b="1">
                <a:solidFill>
                  <a:srgbClr val="111613"/>
                </a:solidFill>
                <a:latin typeface="Inter"/>
                <a:ea typeface="Inter"/>
                <a:cs typeface="Inter"/>
              </a:defRPr>
            </a:lvl4pPr>
            <a:lvl5pPr algn="l">
              <a:defRPr sz="2250" b="1">
                <a:solidFill>
                  <a:srgbClr val="111613"/>
                </a:solidFill>
                <a:latin typeface="Inter"/>
                <a:ea typeface="Inter"/>
                <a:cs typeface="Inter"/>
              </a:defRPr>
            </a:lvl5pPr>
            <a:lvl6pPr algn="l">
              <a:defRPr sz="2250" b="1">
                <a:solidFill>
                  <a:srgbClr val="111613"/>
                </a:solidFill>
                <a:latin typeface="Inter"/>
                <a:ea typeface="Inter"/>
                <a:cs typeface="Inter"/>
              </a:defRPr>
            </a:lvl6pPr>
            <a:lvl7pPr algn="l">
              <a:defRPr sz="2250" b="1">
                <a:solidFill>
                  <a:srgbClr val="111613"/>
                </a:solidFill>
                <a:latin typeface="Inter"/>
                <a:ea typeface="Inter"/>
                <a:cs typeface="Inter"/>
              </a:defRPr>
            </a:lvl7pPr>
            <a:lvl8pPr algn="l">
              <a:defRPr sz="2250" b="1">
                <a:solidFill>
                  <a:srgbClr val="111613"/>
                </a:solidFill>
                <a:latin typeface="Inter"/>
                <a:ea typeface="Inter"/>
                <a:cs typeface="Inter"/>
              </a:defRPr>
            </a:lvl8pPr>
            <a:lvl9pPr algn="l">
              <a:defRPr sz="2250" b="1">
                <a:solidFill>
                  <a:srgbClr val="111613"/>
                </a:solidFill>
                <a:latin typeface="Inter"/>
                <a:ea typeface="Inter"/>
                <a:cs typeface="Inter"/>
              </a:defRPr>
            </a:lvl9pPr>
          </a:lstStyle>
          <a:p xmlns:a="http://schemas.openxmlformats.org/drawingml/2006/main">
            <a:pPr algn="l">
              <a:defRPr sz="2250" b="1">
                <a:solidFill>
                  <a:srgbClr val="111613"/>
                </a:solidFill>
                <a:latin typeface="Inter"/>
                <a:ea typeface="Inter"/>
                <a:cs typeface="Inter"/>
              </a:defRPr>
            </a:pPr>
            <a:r>
              <a:rPr sz="2250" b="1">
                <a:solidFill>
                  <a:srgbClr val="111613"/>
                </a:solidFill>
                <a:latin typeface="Inter"/>
                <a:ea typeface="Inter"/>
                <a:cs typeface="Inter"/>
              </a:rPr>
              <a:t>“Can we use CloudBox for sensitive customer data?”</a:t>
            </a:r>
          </a:p>
        </p:txBody>
      </p:sp>
      <p:sp>
        <p:nvSpPr>
          <p:cNvPr id="8" name="policy-line">
            <a:extLst xmlns:a="http://schemas.openxmlformats.org/drawingml/2006/main">
              <a:ext uri="{FF2B5EF4-FFF2-40B4-BE49-F238E27FC236}">
                <a16:creationId xmlns:a16="http://schemas.microsoft.com/office/drawing/2014/main" id="{92DF04B7-743A-4358-96B2-CF66FCF5BB81}"/>
              </a:ext>
            </a:extLst>
          </p:cNvPr>
          <p:cNvSpPr>
            <a:spLocks xmlns:a="http://schemas.openxmlformats.org/drawingml/2006/main" noGrp="1"/>
          </p:cNvSpPr>
          <p:nvPr/>
        </p:nvSpPr>
        <p:spPr>
          <a:xfrm xmlns:a="http://schemas.openxmlformats.org/drawingml/2006/main">
            <a:off x="723900" y="3600450"/>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4C554F"/>
                </a:solidFill>
                <a:latin typeface="Inter"/>
                <a:ea typeface="Inter"/>
                <a:cs typeface="Inter"/>
              </a:defRPr>
            </a:defPPr>
            <a:lvl1pPr algn="l">
              <a:defRPr sz="1650" b="0">
                <a:solidFill>
                  <a:srgbClr val="4C554F"/>
                </a:solidFill>
                <a:latin typeface="Inter"/>
                <a:ea typeface="Inter"/>
                <a:cs typeface="Inter"/>
              </a:defRPr>
            </a:lvl1pPr>
            <a:lvl2pPr algn="l">
              <a:defRPr sz="1650" b="0">
                <a:solidFill>
                  <a:srgbClr val="4C554F"/>
                </a:solidFill>
                <a:latin typeface="Inter"/>
                <a:ea typeface="Inter"/>
                <a:cs typeface="Inter"/>
              </a:defRPr>
            </a:lvl2pPr>
            <a:lvl3pPr algn="l">
              <a:defRPr sz="1650" b="0">
                <a:solidFill>
                  <a:srgbClr val="4C554F"/>
                </a:solidFill>
                <a:latin typeface="Inter"/>
                <a:ea typeface="Inter"/>
                <a:cs typeface="Inter"/>
              </a:defRPr>
            </a:lvl3pPr>
            <a:lvl4pPr algn="l">
              <a:defRPr sz="1650" b="0">
                <a:solidFill>
                  <a:srgbClr val="4C554F"/>
                </a:solidFill>
                <a:latin typeface="Inter"/>
                <a:ea typeface="Inter"/>
                <a:cs typeface="Inter"/>
              </a:defRPr>
            </a:lvl4pPr>
            <a:lvl5pPr algn="l">
              <a:defRPr sz="1650" b="0">
                <a:solidFill>
                  <a:srgbClr val="4C554F"/>
                </a:solidFill>
                <a:latin typeface="Inter"/>
                <a:ea typeface="Inter"/>
                <a:cs typeface="Inter"/>
              </a:defRPr>
            </a:lvl5pPr>
            <a:lvl6pPr algn="l">
              <a:defRPr sz="1650" b="0">
                <a:solidFill>
                  <a:srgbClr val="4C554F"/>
                </a:solidFill>
                <a:latin typeface="Inter"/>
                <a:ea typeface="Inter"/>
                <a:cs typeface="Inter"/>
              </a:defRPr>
            </a:lvl6pPr>
            <a:lvl7pPr algn="l">
              <a:defRPr sz="1650" b="0">
                <a:solidFill>
                  <a:srgbClr val="4C554F"/>
                </a:solidFill>
                <a:latin typeface="Inter"/>
                <a:ea typeface="Inter"/>
                <a:cs typeface="Inter"/>
              </a:defRPr>
            </a:lvl7pPr>
            <a:lvl8pPr algn="l">
              <a:defRPr sz="1650" b="0">
                <a:solidFill>
                  <a:srgbClr val="4C554F"/>
                </a:solidFill>
                <a:latin typeface="Inter"/>
                <a:ea typeface="Inter"/>
                <a:cs typeface="Inter"/>
              </a:defRPr>
            </a:lvl8pPr>
            <a:lvl9pPr algn="l">
              <a:defRPr sz="1650" b="0">
                <a:solidFill>
                  <a:srgbClr val="4C554F"/>
                </a:solidFill>
                <a:latin typeface="Inter"/>
                <a:ea typeface="Inter"/>
                <a:cs typeface="Inter"/>
              </a:defRPr>
            </a:lvl9pPr>
          </a:lstStyle>
          <a:p xmlns:a="http://schemas.openxmlformats.org/drawingml/2006/main">
            <a:pPr algn="l">
              <a:defRPr sz="1650" b="0">
                <a:solidFill>
                  <a:srgbClr val="4C554F"/>
                </a:solidFill>
                <a:latin typeface="Inter"/>
                <a:ea typeface="Inter"/>
                <a:cs typeface="Inter"/>
              </a:defRPr>
            </a:pPr>
            <a:r>
              <a:rPr sz="1650" b="0">
                <a:solidFill>
                  <a:srgbClr val="4C554F"/>
                </a:solidFill>
                <a:latin typeface="Inter"/>
                <a:ea typeface="Inter"/>
                <a:cs typeface="Inter"/>
              </a:rPr>
              <a:t>The approved policy requires two records before sensitive data goes to a vendor.</a:t>
            </a:r>
          </a:p>
        </p:txBody>
      </p:sp>
      <p:sp>
        <p:nvSpPr>
          <p:cNvPr id="9" name="missing-rule">
            <a:extLst xmlns:a="http://schemas.openxmlformats.org/drawingml/2006/main">
              <a:ext uri="{FF2B5EF4-FFF2-40B4-BE49-F238E27FC236}">
                <a16:creationId xmlns:a16="http://schemas.microsoft.com/office/drawing/2014/main" id="{5F51527A-D236-4583-92F3-DFECEB28D9DE}"/>
              </a:ext>
            </a:extLst>
          </p:cNvPr>
          <p:cNvSpPr>
            <a:spLocks xmlns:a="http://schemas.openxmlformats.org/drawingml/2006/main" noGrp="1"/>
          </p:cNvSpPr>
          <p:nvPr/>
        </p:nvSpPr>
        <p:spPr>
          <a:xfrm xmlns:a="http://schemas.openxmlformats.org/drawingml/2006/main">
            <a:off x="723900" y="4400550"/>
            <a:ext cx="19050" cy="1123950"/>
          </a:xfrm>
          <a:prstGeom xmlns:a="http://schemas.openxmlformats.org/drawingml/2006/main" prst="rect">
            <a:avLst/>
          </a:prstGeom>
          <a:solidFill xmlns:a="http://schemas.openxmlformats.org/drawingml/2006/main">
            <a:srgbClr val="8A6500"/>
          </a:solidFill>
          <a:ln xmlns:a="http://schemas.openxmlformats.org/drawingml/2006/main" w="0">
            <a:noFill/>
            <a:prstDash val="solid"/>
          </a:ln>
        </p:spPr>
      </p:sp>
      <p:sp>
        <p:nvSpPr>
          <p:cNvPr id="10" name="missing-one">
            <a:extLst xmlns:a="http://schemas.openxmlformats.org/drawingml/2006/main">
              <a:ext uri="{FF2B5EF4-FFF2-40B4-BE49-F238E27FC236}">
                <a16:creationId xmlns:a16="http://schemas.microsoft.com/office/drawing/2014/main" id="{28FABE3C-4477-42E6-AF9A-0F756ACEBBEE}"/>
              </a:ext>
            </a:extLst>
          </p:cNvPr>
          <p:cNvSpPr>
            <a:spLocks xmlns:a="http://schemas.openxmlformats.org/drawingml/2006/main" noGrp="1"/>
          </p:cNvSpPr>
          <p:nvPr/>
        </p:nvSpPr>
        <p:spPr>
          <a:xfrm xmlns:a="http://schemas.openxmlformats.org/drawingml/2006/main">
            <a:off x="952500" y="4381500"/>
            <a:ext cx="4238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11613"/>
                </a:solidFill>
                <a:latin typeface="Inter"/>
                <a:ea typeface="Inter"/>
                <a:cs typeface="Inter"/>
              </a:defRPr>
            </a:defPPr>
            <a:lvl1pPr algn="l">
              <a:defRPr sz="1875" b="1">
                <a:solidFill>
                  <a:srgbClr val="111613"/>
                </a:solidFill>
                <a:latin typeface="Inter"/>
                <a:ea typeface="Inter"/>
                <a:cs typeface="Inter"/>
              </a:defRPr>
            </a:lvl1pPr>
            <a:lvl2pPr algn="l">
              <a:defRPr sz="1875" b="1">
                <a:solidFill>
                  <a:srgbClr val="111613"/>
                </a:solidFill>
                <a:latin typeface="Inter"/>
                <a:ea typeface="Inter"/>
                <a:cs typeface="Inter"/>
              </a:defRPr>
            </a:lvl2pPr>
            <a:lvl3pPr algn="l">
              <a:defRPr sz="1875" b="1">
                <a:solidFill>
                  <a:srgbClr val="111613"/>
                </a:solidFill>
                <a:latin typeface="Inter"/>
                <a:ea typeface="Inter"/>
                <a:cs typeface="Inter"/>
              </a:defRPr>
            </a:lvl3pPr>
            <a:lvl4pPr algn="l">
              <a:defRPr sz="1875" b="1">
                <a:solidFill>
                  <a:srgbClr val="111613"/>
                </a:solidFill>
                <a:latin typeface="Inter"/>
                <a:ea typeface="Inter"/>
                <a:cs typeface="Inter"/>
              </a:defRPr>
            </a:lvl4pPr>
            <a:lvl5pPr algn="l">
              <a:defRPr sz="1875" b="1">
                <a:solidFill>
                  <a:srgbClr val="111613"/>
                </a:solidFill>
                <a:latin typeface="Inter"/>
                <a:ea typeface="Inter"/>
                <a:cs typeface="Inter"/>
              </a:defRPr>
            </a:lvl5pPr>
            <a:lvl6pPr algn="l">
              <a:defRPr sz="1875" b="1">
                <a:solidFill>
                  <a:srgbClr val="111613"/>
                </a:solidFill>
                <a:latin typeface="Inter"/>
                <a:ea typeface="Inter"/>
                <a:cs typeface="Inter"/>
              </a:defRPr>
            </a:lvl6pPr>
            <a:lvl7pPr algn="l">
              <a:defRPr sz="1875" b="1">
                <a:solidFill>
                  <a:srgbClr val="111613"/>
                </a:solidFill>
                <a:latin typeface="Inter"/>
                <a:ea typeface="Inter"/>
                <a:cs typeface="Inter"/>
              </a:defRPr>
            </a:lvl7pPr>
            <a:lvl8pPr algn="l">
              <a:defRPr sz="1875" b="1">
                <a:solidFill>
                  <a:srgbClr val="111613"/>
                </a:solidFill>
                <a:latin typeface="Inter"/>
                <a:ea typeface="Inter"/>
                <a:cs typeface="Inter"/>
              </a:defRPr>
            </a:lvl8pPr>
            <a:lvl9pPr algn="l">
              <a:defRPr sz="1875" b="1">
                <a:solidFill>
                  <a:srgbClr val="111613"/>
                </a:solidFill>
                <a:latin typeface="Inter"/>
                <a:ea typeface="Inter"/>
                <a:cs typeface="Inter"/>
              </a:defRPr>
            </a:lvl9pPr>
          </a:lstStyle>
          <a:p xmlns:a="http://schemas.openxmlformats.org/drawingml/2006/main">
            <a:pPr algn="l">
              <a:defRPr sz="1875" b="1">
                <a:solidFill>
                  <a:srgbClr val="111613"/>
                </a:solidFill>
                <a:latin typeface="Inter"/>
                <a:ea typeface="Inter"/>
                <a:cs typeface="Inter"/>
              </a:defRPr>
            </a:pPr>
            <a:r>
              <a:rPr sz="1875" b="1">
                <a:solidFill>
                  <a:srgbClr val="111613"/>
                </a:solidFill>
                <a:latin typeface="Inter"/>
                <a:ea typeface="Inter"/>
                <a:cs typeface="Inter"/>
              </a:rPr>
              <a:t>assessment_report</a:t>
            </a:r>
          </a:p>
        </p:txBody>
      </p:sp>
      <p:sp>
        <p:nvSpPr>
          <p:cNvPr id="11" name="missing-one-detail">
            <a:extLst xmlns:a="http://schemas.openxmlformats.org/drawingml/2006/main">
              <a:ext uri="{FF2B5EF4-FFF2-40B4-BE49-F238E27FC236}">
                <a16:creationId xmlns:a16="http://schemas.microsoft.com/office/drawing/2014/main" id="{69AA1B5D-1893-47FC-903F-3E3299B7DB8C}"/>
              </a:ext>
            </a:extLst>
          </p:cNvPr>
          <p:cNvSpPr>
            <a:spLocks xmlns:a="http://schemas.openxmlformats.org/drawingml/2006/main" noGrp="1"/>
          </p:cNvSpPr>
          <p:nvPr/>
        </p:nvSpPr>
        <p:spPr>
          <a:xfrm xmlns:a="http://schemas.openxmlformats.org/drawingml/2006/main">
            <a:off x="952500" y="479107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4C554F"/>
                </a:solidFill>
                <a:latin typeface="Inter"/>
                <a:ea typeface="Inter"/>
                <a:cs typeface="Inter"/>
              </a:defRPr>
            </a:defPPr>
            <a:lvl1pPr algn="l">
              <a:defRPr sz="1275" b="0">
                <a:solidFill>
                  <a:srgbClr val="4C554F"/>
                </a:solidFill>
                <a:latin typeface="Inter"/>
                <a:ea typeface="Inter"/>
                <a:cs typeface="Inter"/>
              </a:defRPr>
            </a:lvl1pPr>
            <a:lvl2pPr algn="l">
              <a:defRPr sz="1275" b="0">
                <a:solidFill>
                  <a:srgbClr val="4C554F"/>
                </a:solidFill>
                <a:latin typeface="Inter"/>
                <a:ea typeface="Inter"/>
                <a:cs typeface="Inter"/>
              </a:defRPr>
            </a:lvl2pPr>
            <a:lvl3pPr algn="l">
              <a:defRPr sz="1275" b="0">
                <a:solidFill>
                  <a:srgbClr val="4C554F"/>
                </a:solidFill>
                <a:latin typeface="Inter"/>
                <a:ea typeface="Inter"/>
                <a:cs typeface="Inter"/>
              </a:defRPr>
            </a:lvl3pPr>
            <a:lvl4pPr algn="l">
              <a:defRPr sz="1275" b="0">
                <a:solidFill>
                  <a:srgbClr val="4C554F"/>
                </a:solidFill>
                <a:latin typeface="Inter"/>
                <a:ea typeface="Inter"/>
                <a:cs typeface="Inter"/>
              </a:defRPr>
            </a:lvl4pPr>
            <a:lvl5pPr algn="l">
              <a:defRPr sz="1275" b="0">
                <a:solidFill>
                  <a:srgbClr val="4C554F"/>
                </a:solidFill>
                <a:latin typeface="Inter"/>
                <a:ea typeface="Inter"/>
                <a:cs typeface="Inter"/>
              </a:defRPr>
            </a:lvl5pPr>
            <a:lvl6pPr algn="l">
              <a:defRPr sz="1275" b="0">
                <a:solidFill>
                  <a:srgbClr val="4C554F"/>
                </a:solidFill>
                <a:latin typeface="Inter"/>
                <a:ea typeface="Inter"/>
                <a:cs typeface="Inter"/>
              </a:defRPr>
            </a:lvl6pPr>
            <a:lvl7pPr algn="l">
              <a:defRPr sz="1275" b="0">
                <a:solidFill>
                  <a:srgbClr val="4C554F"/>
                </a:solidFill>
                <a:latin typeface="Inter"/>
                <a:ea typeface="Inter"/>
                <a:cs typeface="Inter"/>
              </a:defRPr>
            </a:lvl7pPr>
            <a:lvl8pPr algn="l">
              <a:defRPr sz="1275" b="0">
                <a:solidFill>
                  <a:srgbClr val="4C554F"/>
                </a:solidFill>
                <a:latin typeface="Inter"/>
                <a:ea typeface="Inter"/>
                <a:cs typeface="Inter"/>
              </a:defRPr>
            </a:lvl8pPr>
            <a:lvl9pPr algn="l">
              <a:defRPr sz="1275" b="0">
                <a:solidFill>
                  <a:srgbClr val="4C554F"/>
                </a:solidFill>
                <a:latin typeface="Inter"/>
                <a:ea typeface="Inter"/>
                <a:cs typeface="Inter"/>
              </a:defRPr>
            </a:lvl9pPr>
          </a:lstStyle>
          <a:p xmlns:a="http://schemas.openxmlformats.org/drawingml/2006/main">
            <a:pPr algn="l">
              <a:defRPr sz="1275" b="0">
                <a:solidFill>
                  <a:srgbClr val="4C554F"/>
                </a:solidFill>
                <a:latin typeface="Inter"/>
                <a:ea typeface="Inter"/>
                <a:cs typeface="Inter"/>
              </a:defRPr>
            </a:pPr>
            <a:r>
              <a:rPr sz="1275" b="0">
                <a:solidFill>
                  <a:srgbClr val="4C554F"/>
                </a:solidFill>
                <a:latin typeface="Inter"/>
                <a:ea typeface="Inter"/>
                <a:cs typeface="Inter"/>
              </a:rPr>
              <a:t>Security review and its outcome</a:t>
            </a:r>
          </a:p>
        </p:txBody>
      </p:sp>
      <p:sp>
        <p:nvSpPr>
          <p:cNvPr id="12" name="missing-two">
            <a:extLst xmlns:a="http://schemas.openxmlformats.org/drawingml/2006/main">
              <a:ext uri="{FF2B5EF4-FFF2-40B4-BE49-F238E27FC236}">
                <a16:creationId xmlns:a16="http://schemas.microsoft.com/office/drawing/2014/main" id="{CBA4EE24-174B-47D9-B512-835996765A8B}"/>
              </a:ext>
            </a:extLst>
          </p:cNvPr>
          <p:cNvSpPr>
            <a:spLocks xmlns:a="http://schemas.openxmlformats.org/drawingml/2006/main" noGrp="1"/>
          </p:cNvSpPr>
          <p:nvPr/>
        </p:nvSpPr>
        <p:spPr>
          <a:xfrm xmlns:a="http://schemas.openxmlformats.org/drawingml/2006/main">
            <a:off x="6000750" y="43815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11613"/>
                </a:solidFill>
                <a:latin typeface="Inter"/>
                <a:ea typeface="Inter"/>
                <a:cs typeface="Inter"/>
              </a:defRPr>
            </a:defPPr>
            <a:lvl1pPr algn="l">
              <a:defRPr sz="1875" b="1">
                <a:solidFill>
                  <a:srgbClr val="111613"/>
                </a:solidFill>
                <a:latin typeface="Inter"/>
                <a:ea typeface="Inter"/>
                <a:cs typeface="Inter"/>
              </a:defRPr>
            </a:lvl1pPr>
            <a:lvl2pPr algn="l">
              <a:defRPr sz="1875" b="1">
                <a:solidFill>
                  <a:srgbClr val="111613"/>
                </a:solidFill>
                <a:latin typeface="Inter"/>
                <a:ea typeface="Inter"/>
                <a:cs typeface="Inter"/>
              </a:defRPr>
            </a:lvl2pPr>
            <a:lvl3pPr algn="l">
              <a:defRPr sz="1875" b="1">
                <a:solidFill>
                  <a:srgbClr val="111613"/>
                </a:solidFill>
                <a:latin typeface="Inter"/>
                <a:ea typeface="Inter"/>
                <a:cs typeface="Inter"/>
              </a:defRPr>
            </a:lvl3pPr>
            <a:lvl4pPr algn="l">
              <a:defRPr sz="1875" b="1">
                <a:solidFill>
                  <a:srgbClr val="111613"/>
                </a:solidFill>
                <a:latin typeface="Inter"/>
                <a:ea typeface="Inter"/>
                <a:cs typeface="Inter"/>
              </a:defRPr>
            </a:lvl4pPr>
            <a:lvl5pPr algn="l">
              <a:defRPr sz="1875" b="1">
                <a:solidFill>
                  <a:srgbClr val="111613"/>
                </a:solidFill>
                <a:latin typeface="Inter"/>
                <a:ea typeface="Inter"/>
                <a:cs typeface="Inter"/>
              </a:defRPr>
            </a:lvl5pPr>
            <a:lvl6pPr algn="l">
              <a:defRPr sz="1875" b="1">
                <a:solidFill>
                  <a:srgbClr val="111613"/>
                </a:solidFill>
                <a:latin typeface="Inter"/>
                <a:ea typeface="Inter"/>
                <a:cs typeface="Inter"/>
              </a:defRPr>
            </a:lvl6pPr>
            <a:lvl7pPr algn="l">
              <a:defRPr sz="1875" b="1">
                <a:solidFill>
                  <a:srgbClr val="111613"/>
                </a:solidFill>
                <a:latin typeface="Inter"/>
                <a:ea typeface="Inter"/>
                <a:cs typeface="Inter"/>
              </a:defRPr>
            </a:lvl7pPr>
            <a:lvl8pPr algn="l">
              <a:defRPr sz="1875" b="1">
                <a:solidFill>
                  <a:srgbClr val="111613"/>
                </a:solidFill>
                <a:latin typeface="Inter"/>
                <a:ea typeface="Inter"/>
                <a:cs typeface="Inter"/>
              </a:defRPr>
            </a:lvl8pPr>
            <a:lvl9pPr algn="l">
              <a:defRPr sz="1875" b="1">
                <a:solidFill>
                  <a:srgbClr val="111613"/>
                </a:solidFill>
                <a:latin typeface="Inter"/>
                <a:ea typeface="Inter"/>
                <a:cs typeface="Inter"/>
              </a:defRPr>
            </a:lvl9pPr>
          </a:lstStyle>
          <a:p xmlns:a="http://schemas.openxmlformats.org/drawingml/2006/main">
            <a:pPr algn="l">
              <a:defRPr sz="1875" b="1">
                <a:solidFill>
                  <a:srgbClr val="111613"/>
                </a:solidFill>
                <a:latin typeface="Inter"/>
                <a:ea typeface="Inter"/>
                <a:cs typeface="Inter"/>
              </a:defRPr>
            </a:pPr>
            <a:r>
              <a:rPr sz="1875" b="1">
                <a:solidFill>
                  <a:srgbClr val="111613"/>
                </a:solidFill>
                <a:latin typeface="Inter"/>
                <a:ea typeface="Inter"/>
                <a:cs typeface="Inter"/>
              </a:rPr>
              <a:t>data_residency_proof</a:t>
            </a:r>
          </a:p>
        </p:txBody>
      </p:sp>
      <p:sp>
        <p:nvSpPr>
          <p:cNvPr id="13" name="missing-two-detail">
            <a:extLst xmlns:a="http://schemas.openxmlformats.org/drawingml/2006/main">
              <a:ext uri="{FF2B5EF4-FFF2-40B4-BE49-F238E27FC236}">
                <a16:creationId xmlns:a16="http://schemas.microsoft.com/office/drawing/2014/main" id="{EE37C04B-0DE5-4C0F-82CB-E2E015891D1B}"/>
              </a:ext>
            </a:extLst>
          </p:cNvPr>
          <p:cNvSpPr>
            <a:spLocks xmlns:a="http://schemas.openxmlformats.org/drawingml/2006/main" noGrp="1"/>
          </p:cNvSpPr>
          <p:nvPr/>
        </p:nvSpPr>
        <p:spPr>
          <a:xfrm xmlns:a="http://schemas.openxmlformats.org/drawingml/2006/main">
            <a:off x="6000750" y="4791075"/>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4C554F"/>
                </a:solidFill>
                <a:latin typeface="Inter"/>
                <a:ea typeface="Inter"/>
                <a:cs typeface="Inter"/>
              </a:defRPr>
            </a:defPPr>
            <a:lvl1pPr algn="l">
              <a:defRPr sz="1275" b="0">
                <a:solidFill>
                  <a:srgbClr val="4C554F"/>
                </a:solidFill>
                <a:latin typeface="Inter"/>
                <a:ea typeface="Inter"/>
                <a:cs typeface="Inter"/>
              </a:defRPr>
            </a:lvl1pPr>
            <a:lvl2pPr algn="l">
              <a:defRPr sz="1275" b="0">
                <a:solidFill>
                  <a:srgbClr val="4C554F"/>
                </a:solidFill>
                <a:latin typeface="Inter"/>
                <a:ea typeface="Inter"/>
                <a:cs typeface="Inter"/>
              </a:defRPr>
            </a:lvl2pPr>
            <a:lvl3pPr algn="l">
              <a:defRPr sz="1275" b="0">
                <a:solidFill>
                  <a:srgbClr val="4C554F"/>
                </a:solidFill>
                <a:latin typeface="Inter"/>
                <a:ea typeface="Inter"/>
                <a:cs typeface="Inter"/>
              </a:defRPr>
            </a:lvl3pPr>
            <a:lvl4pPr algn="l">
              <a:defRPr sz="1275" b="0">
                <a:solidFill>
                  <a:srgbClr val="4C554F"/>
                </a:solidFill>
                <a:latin typeface="Inter"/>
                <a:ea typeface="Inter"/>
                <a:cs typeface="Inter"/>
              </a:defRPr>
            </a:lvl4pPr>
            <a:lvl5pPr algn="l">
              <a:defRPr sz="1275" b="0">
                <a:solidFill>
                  <a:srgbClr val="4C554F"/>
                </a:solidFill>
                <a:latin typeface="Inter"/>
                <a:ea typeface="Inter"/>
                <a:cs typeface="Inter"/>
              </a:defRPr>
            </a:lvl5pPr>
            <a:lvl6pPr algn="l">
              <a:defRPr sz="1275" b="0">
                <a:solidFill>
                  <a:srgbClr val="4C554F"/>
                </a:solidFill>
                <a:latin typeface="Inter"/>
                <a:ea typeface="Inter"/>
                <a:cs typeface="Inter"/>
              </a:defRPr>
            </a:lvl6pPr>
            <a:lvl7pPr algn="l">
              <a:defRPr sz="1275" b="0">
                <a:solidFill>
                  <a:srgbClr val="4C554F"/>
                </a:solidFill>
                <a:latin typeface="Inter"/>
                <a:ea typeface="Inter"/>
                <a:cs typeface="Inter"/>
              </a:defRPr>
            </a:lvl7pPr>
            <a:lvl8pPr algn="l">
              <a:defRPr sz="1275" b="0">
                <a:solidFill>
                  <a:srgbClr val="4C554F"/>
                </a:solidFill>
                <a:latin typeface="Inter"/>
                <a:ea typeface="Inter"/>
                <a:cs typeface="Inter"/>
              </a:defRPr>
            </a:lvl8pPr>
            <a:lvl9pPr algn="l">
              <a:defRPr sz="1275" b="0">
                <a:solidFill>
                  <a:srgbClr val="4C554F"/>
                </a:solidFill>
                <a:latin typeface="Inter"/>
                <a:ea typeface="Inter"/>
                <a:cs typeface="Inter"/>
              </a:defRPr>
            </a:lvl9pPr>
          </a:lstStyle>
          <a:p xmlns:a="http://schemas.openxmlformats.org/drawingml/2006/main">
            <a:pPr algn="l">
              <a:defRPr sz="1275" b="0">
                <a:solidFill>
                  <a:srgbClr val="4C554F"/>
                </a:solidFill>
                <a:latin typeface="Inter"/>
                <a:ea typeface="Inter"/>
                <a:cs typeface="Inter"/>
              </a:defRPr>
            </a:pPr>
            <a:r>
              <a:rPr sz="1275" b="0">
                <a:solidFill>
                  <a:srgbClr val="4C554F"/>
                </a:solidFill>
                <a:latin typeface="Inter"/>
                <a:ea typeface="Inter"/>
                <a:cs typeface="Inter"/>
              </a:rPr>
              <a:t>Where the vendor stores or processes data</a:t>
            </a:r>
          </a:p>
        </p:txBody>
      </p:sp>
      <p:sp>
        <p:nvSpPr>
          <p:cNvPr id="14" name="next-action">
            <a:extLst xmlns:a="http://schemas.openxmlformats.org/drawingml/2006/main">
              <a:ext uri="{FF2B5EF4-FFF2-40B4-BE49-F238E27FC236}">
                <a16:creationId xmlns:a16="http://schemas.microsoft.com/office/drawing/2014/main" id="{89E4FCC3-3D28-4F6C-AA29-3324C987DB99}"/>
              </a:ext>
            </a:extLst>
          </p:cNvPr>
          <p:cNvSpPr>
            <a:spLocks xmlns:a="http://schemas.openxmlformats.org/drawingml/2006/main" noGrp="1"/>
          </p:cNvSpPr>
          <p:nvPr/>
        </p:nvSpPr>
        <p:spPr>
          <a:xfrm xmlns:a="http://schemas.openxmlformats.org/drawingml/2006/main">
            <a:off x="723900" y="5857875"/>
            <a:ext cx="1019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8A6500"/>
                </a:solidFill>
                <a:latin typeface="Inter"/>
                <a:ea typeface="Inter"/>
                <a:cs typeface="Inter"/>
              </a:defRPr>
            </a:defPPr>
            <a:lvl1pPr algn="l">
              <a:defRPr sz="1575" b="1">
                <a:solidFill>
                  <a:srgbClr val="8A6500"/>
                </a:solidFill>
                <a:latin typeface="Inter"/>
                <a:ea typeface="Inter"/>
                <a:cs typeface="Inter"/>
              </a:defRPr>
            </a:lvl1pPr>
            <a:lvl2pPr algn="l">
              <a:defRPr sz="1575" b="1">
                <a:solidFill>
                  <a:srgbClr val="8A6500"/>
                </a:solidFill>
                <a:latin typeface="Inter"/>
                <a:ea typeface="Inter"/>
                <a:cs typeface="Inter"/>
              </a:defRPr>
            </a:lvl2pPr>
            <a:lvl3pPr algn="l">
              <a:defRPr sz="1575" b="1">
                <a:solidFill>
                  <a:srgbClr val="8A6500"/>
                </a:solidFill>
                <a:latin typeface="Inter"/>
                <a:ea typeface="Inter"/>
                <a:cs typeface="Inter"/>
              </a:defRPr>
            </a:lvl3pPr>
            <a:lvl4pPr algn="l">
              <a:defRPr sz="1575" b="1">
                <a:solidFill>
                  <a:srgbClr val="8A6500"/>
                </a:solidFill>
                <a:latin typeface="Inter"/>
                <a:ea typeface="Inter"/>
                <a:cs typeface="Inter"/>
              </a:defRPr>
            </a:lvl4pPr>
            <a:lvl5pPr algn="l">
              <a:defRPr sz="1575" b="1">
                <a:solidFill>
                  <a:srgbClr val="8A6500"/>
                </a:solidFill>
                <a:latin typeface="Inter"/>
                <a:ea typeface="Inter"/>
                <a:cs typeface="Inter"/>
              </a:defRPr>
            </a:lvl5pPr>
            <a:lvl6pPr algn="l">
              <a:defRPr sz="1575" b="1">
                <a:solidFill>
                  <a:srgbClr val="8A6500"/>
                </a:solidFill>
                <a:latin typeface="Inter"/>
                <a:ea typeface="Inter"/>
                <a:cs typeface="Inter"/>
              </a:defRPr>
            </a:lvl6pPr>
            <a:lvl7pPr algn="l">
              <a:defRPr sz="1575" b="1">
                <a:solidFill>
                  <a:srgbClr val="8A6500"/>
                </a:solidFill>
                <a:latin typeface="Inter"/>
                <a:ea typeface="Inter"/>
                <a:cs typeface="Inter"/>
              </a:defRPr>
            </a:lvl7pPr>
            <a:lvl8pPr algn="l">
              <a:defRPr sz="1575" b="1">
                <a:solidFill>
                  <a:srgbClr val="8A6500"/>
                </a:solidFill>
                <a:latin typeface="Inter"/>
                <a:ea typeface="Inter"/>
                <a:cs typeface="Inter"/>
              </a:defRPr>
            </a:lvl8pPr>
            <a:lvl9pPr algn="l">
              <a:defRPr sz="1575" b="1">
                <a:solidFill>
                  <a:srgbClr val="8A6500"/>
                </a:solidFill>
                <a:latin typeface="Inter"/>
                <a:ea typeface="Inter"/>
                <a:cs typeface="Inter"/>
              </a:defRPr>
            </a:lvl9pPr>
          </a:lstStyle>
          <a:p xmlns:a="http://schemas.openxmlformats.org/drawingml/2006/main">
            <a:pPr algn="l">
              <a:defRPr sz="1575" b="1">
                <a:solidFill>
                  <a:srgbClr val="8A6500"/>
                </a:solidFill>
                <a:latin typeface="Inter"/>
                <a:ea typeface="Inter"/>
                <a:cs typeface="Inter"/>
              </a:defRPr>
            </a:pPr>
            <a:r>
              <a:rPr sz="1575" b="1">
                <a:solidFill>
                  <a:srgbClr val="8A6500"/>
                </a:solidFill>
                <a:latin typeface="Inter"/>
                <a:ea typeface="Inter"/>
                <a:cs typeface="Inter"/>
              </a:rPr>
              <a:t>Next step: attach both records before approval.</a:t>
            </a:r>
          </a:p>
        </p:txBody>
      </p:sp>
    </p:spTree>
    <p:extLst>
      <p:ext uri="{BB962C8B-B14F-4D97-AF65-F5344CB8AC3E}">
        <p14:creationId xmlns:p14="http://schemas.microsoft.com/office/powerpoint/2010/main" val="1906764578"/>
      </p:ext>
    </p:extLst>
  </p:cSld>
</p:sld>
</file>

<file path=ppt/slides/slide7.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16" name="kicker">
            <a:extLst xmlns:a="http://schemas.openxmlformats.org/drawingml/2006/main">
              <a:ext uri="{FF2B5EF4-FFF2-40B4-BE49-F238E27FC236}">
                <a16:creationId xmlns:a16="http://schemas.microsoft.com/office/drawing/2014/main" id="{3BF36202-4A08-4EF0-BD65-2B5D0946E0DF}"/>
              </a:ext>
            </a:extLst>
          </p:cNvPr>
          <p:cNvSpPr>
            <a:spLocks xmlns:a="http://schemas.openxmlformats.org/drawingml/2006/main" noGrp="1"/>
          </p:cNvSpPr>
          <p:nvPr/>
        </p:nvSpPr>
        <p:spPr>
          <a:xfrm xmlns:a="http://schemas.openxmlformats.org/drawingml/2006/main">
            <a:off x="647700" y="3619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087443"/>
                </a:solidFill>
                <a:latin typeface="Inter"/>
                <a:ea typeface="Inter"/>
                <a:cs typeface="Inter"/>
              </a:defRPr>
            </a:defPPr>
            <a:lvl1pPr algn="l">
              <a:defRPr sz="1050" b="1">
                <a:solidFill>
                  <a:srgbClr val="087443"/>
                </a:solidFill>
                <a:latin typeface="Inter"/>
                <a:ea typeface="Inter"/>
                <a:cs typeface="Inter"/>
              </a:defRPr>
            </a:lvl1pPr>
            <a:lvl2pPr algn="l">
              <a:defRPr sz="1050" b="1">
                <a:solidFill>
                  <a:srgbClr val="087443"/>
                </a:solidFill>
                <a:latin typeface="Inter"/>
                <a:ea typeface="Inter"/>
                <a:cs typeface="Inter"/>
              </a:defRPr>
            </a:lvl2pPr>
            <a:lvl3pPr algn="l">
              <a:defRPr sz="1050" b="1">
                <a:solidFill>
                  <a:srgbClr val="087443"/>
                </a:solidFill>
                <a:latin typeface="Inter"/>
                <a:ea typeface="Inter"/>
                <a:cs typeface="Inter"/>
              </a:defRPr>
            </a:lvl3pPr>
            <a:lvl4pPr algn="l">
              <a:defRPr sz="1050" b="1">
                <a:solidFill>
                  <a:srgbClr val="087443"/>
                </a:solidFill>
                <a:latin typeface="Inter"/>
                <a:ea typeface="Inter"/>
                <a:cs typeface="Inter"/>
              </a:defRPr>
            </a:lvl4pPr>
            <a:lvl5pPr algn="l">
              <a:defRPr sz="1050" b="1">
                <a:solidFill>
                  <a:srgbClr val="087443"/>
                </a:solidFill>
                <a:latin typeface="Inter"/>
                <a:ea typeface="Inter"/>
                <a:cs typeface="Inter"/>
              </a:defRPr>
            </a:lvl5pPr>
            <a:lvl6pPr algn="l">
              <a:defRPr sz="1050" b="1">
                <a:solidFill>
                  <a:srgbClr val="087443"/>
                </a:solidFill>
                <a:latin typeface="Inter"/>
                <a:ea typeface="Inter"/>
                <a:cs typeface="Inter"/>
              </a:defRPr>
            </a:lvl6pPr>
            <a:lvl7pPr algn="l">
              <a:defRPr sz="1050" b="1">
                <a:solidFill>
                  <a:srgbClr val="087443"/>
                </a:solidFill>
                <a:latin typeface="Inter"/>
                <a:ea typeface="Inter"/>
                <a:cs typeface="Inter"/>
              </a:defRPr>
            </a:lvl7pPr>
            <a:lvl8pPr algn="l">
              <a:defRPr sz="1050" b="1">
                <a:solidFill>
                  <a:srgbClr val="087443"/>
                </a:solidFill>
                <a:latin typeface="Inter"/>
                <a:ea typeface="Inter"/>
                <a:cs typeface="Inter"/>
              </a:defRPr>
            </a:lvl8pPr>
            <a:lvl9pPr algn="l">
              <a:defRPr sz="1050" b="1">
                <a:solidFill>
                  <a:srgbClr val="087443"/>
                </a:solidFill>
                <a:latin typeface="Inter"/>
                <a:ea typeface="Inter"/>
                <a:cs typeface="Inter"/>
              </a:defRPr>
            </a:lvl9pPr>
          </a:lstStyle>
          <a:p xmlns:a="http://schemas.openxmlformats.org/drawingml/2006/main">
            <a:pPr algn="l">
              <a:defRPr sz="1050" b="1">
                <a:solidFill>
                  <a:srgbClr val="087443"/>
                </a:solidFill>
                <a:latin typeface="Inter"/>
                <a:ea typeface="Inter"/>
                <a:cs typeface="Inter"/>
              </a:defRPr>
            </a:pPr>
            <a:r>
              <a:rPr sz="1050" b="1">
                <a:solidFill>
                  <a:srgbClr val="087443"/>
                </a:solidFill>
                <a:latin typeface="Inter"/>
                <a:ea typeface="Inter"/>
                <a:cs typeface="Inter"/>
              </a:rPr>
              <a:t>EXAMPLE 3 · HUMAN REVIEW</a:t>
            </a:r>
          </a:p>
        </p:txBody>
      </p:sp>
      <p:sp>
        <p:nvSpPr>
          <p:cNvPr id="2" name="slide-number">
            <a:extLst xmlns:a="http://schemas.openxmlformats.org/drawingml/2006/main">
              <a:ext uri="{FF2B5EF4-FFF2-40B4-BE49-F238E27FC236}">
                <a16:creationId xmlns:a16="http://schemas.microsoft.com/office/drawing/2014/main" id="{DD5D3C3D-D25F-422E-A6C8-F251B6E2F757}"/>
              </a:ext>
            </a:extLst>
          </p:cNvPr>
          <p:cNvSpPr>
            <a:spLocks xmlns:a="http://schemas.openxmlformats.org/drawingml/2006/main" noGrp="1"/>
          </p:cNvSpPr>
          <p:nvPr/>
        </p:nvSpPr>
        <p:spPr>
          <a:xfrm xmlns:a="http://schemas.openxmlformats.org/drawingml/2006/main">
            <a:off x="10972800" y="3619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a:solidFill>
                  <a:srgbClr val="707772"/>
                </a:solidFill>
                <a:latin typeface="Inter"/>
                <a:ea typeface="Inter"/>
                <a:cs typeface="Inter"/>
              </a:defRPr>
            </a:defPPr>
            <a:lvl1pPr algn="r">
              <a:defRPr sz="1050" b="1">
                <a:solidFill>
                  <a:srgbClr val="707772"/>
                </a:solidFill>
                <a:latin typeface="Inter"/>
                <a:ea typeface="Inter"/>
                <a:cs typeface="Inter"/>
              </a:defRPr>
            </a:lvl1pPr>
            <a:lvl2pPr algn="r">
              <a:defRPr sz="1050" b="1">
                <a:solidFill>
                  <a:srgbClr val="707772"/>
                </a:solidFill>
                <a:latin typeface="Inter"/>
                <a:ea typeface="Inter"/>
                <a:cs typeface="Inter"/>
              </a:defRPr>
            </a:lvl2pPr>
            <a:lvl3pPr algn="r">
              <a:defRPr sz="1050" b="1">
                <a:solidFill>
                  <a:srgbClr val="707772"/>
                </a:solidFill>
                <a:latin typeface="Inter"/>
                <a:ea typeface="Inter"/>
                <a:cs typeface="Inter"/>
              </a:defRPr>
            </a:lvl3pPr>
            <a:lvl4pPr algn="r">
              <a:defRPr sz="1050" b="1">
                <a:solidFill>
                  <a:srgbClr val="707772"/>
                </a:solidFill>
                <a:latin typeface="Inter"/>
                <a:ea typeface="Inter"/>
                <a:cs typeface="Inter"/>
              </a:defRPr>
            </a:lvl4pPr>
            <a:lvl5pPr algn="r">
              <a:defRPr sz="1050" b="1">
                <a:solidFill>
                  <a:srgbClr val="707772"/>
                </a:solidFill>
                <a:latin typeface="Inter"/>
                <a:ea typeface="Inter"/>
                <a:cs typeface="Inter"/>
              </a:defRPr>
            </a:lvl5pPr>
            <a:lvl6pPr algn="r">
              <a:defRPr sz="1050" b="1">
                <a:solidFill>
                  <a:srgbClr val="707772"/>
                </a:solidFill>
                <a:latin typeface="Inter"/>
                <a:ea typeface="Inter"/>
                <a:cs typeface="Inter"/>
              </a:defRPr>
            </a:lvl6pPr>
            <a:lvl7pPr algn="r">
              <a:defRPr sz="1050" b="1">
                <a:solidFill>
                  <a:srgbClr val="707772"/>
                </a:solidFill>
                <a:latin typeface="Inter"/>
                <a:ea typeface="Inter"/>
                <a:cs typeface="Inter"/>
              </a:defRPr>
            </a:lvl7pPr>
            <a:lvl8pPr algn="r">
              <a:defRPr sz="1050" b="1">
                <a:solidFill>
                  <a:srgbClr val="707772"/>
                </a:solidFill>
                <a:latin typeface="Inter"/>
                <a:ea typeface="Inter"/>
                <a:cs typeface="Inter"/>
              </a:defRPr>
            </a:lvl8pPr>
            <a:lvl9pPr algn="r">
              <a:defRPr sz="1050" b="1">
                <a:solidFill>
                  <a:srgbClr val="707772"/>
                </a:solidFill>
                <a:latin typeface="Inter"/>
                <a:ea typeface="Inter"/>
                <a:cs typeface="Inter"/>
              </a:defRPr>
            </a:lvl9pPr>
          </a:lstStyle>
          <a:p xmlns:a="http://schemas.openxmlformats.org/drawingml/2006/main">
            <a:pPr algn="r">
              <a:defRPr sz="1050" b="1">
                <a:solidFill>
                  <a:srgbClr val="707772"/>
                </a:solidFill>
                <a:latin typeface="Inter"/>
                <a:ea typeface="Inter"/>
                <a:cs typeface="Inter"/>
              </a:defRPr>
            </a:pPr>
            <a:r>
              <a:rPr sz="1050" b="1">
                <a:solidFill>
                  <a:srgbClr val="707772"/>
                </a:solidFill>
                <a:latin typeface="Inter"/>
                <a:ea typeface="Inter"/>
                <a:cs typeface="Inter"/>
              </a:rPr>
              <a:t>07</a:t>
            </a:r>
          </a:p>
        </p:txBody>
      </p:sp>
      <p:sp>
        <p:nvSpPr>
          <p:cNvPr id="3" name="title">
            <a:extLst xmlns:a="http://schemas.openxmlformats.org/drawingml/2006/main">
              <a:ext uri="{FF2B5EF4-FFF2-40B4-BE49-F238E27FC236}">
                <a16:creationId xmlns:a16="http://schemas.microsoft.com/office/drawing/2014/main" id="{2A8181A1-8A28-4B2A-92D9-B20FA1468BD8}"/>
              </a:ext>
            </a:extLst>
          </p:cNvPr>
          <p:cNvSpPr>
            <a:spLocks xmlns:a="http://schemas.openxmlformats.org/drawingml/2006/main" noGrp="1"/>
          </p:cNvSpPr>
          <p:nvPr/>
        </p:nvSpPr>
        <p:spPr>
          <a:xfrm xmlns:a="http://schemas.openxmlformats.org/drawingml/2006/main">
            <a:off x="647700" y="781050"/>
            <a:ext cx="108108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111613"/>
                </a:solidFill>
                <a:latin typeface="Inter"/>
                <a:ea typeface="Inter"/>
                <a:cs typeface="Inter"/>
              </a:defRPr>
            </a:defPPr>
            <a:lvl1pPr algn="l">
              <a:defRPr sz="3225" b="1">
                <a:solidFill>
                  <a:srgbClr val="111613"/>
                </a:solidFill>
                <a:latin typeface="Inter"/>
                <a:ea typeface="Inter"/>
                <a:cs typeface="Inter"/>
              </a:defRPr>
            </a:lvl1pPr>
            <a:lvl2pPr algn="l">
              <a:defRPr sz="3225" b="1">
                <a:solidFill>
                  <a:srgbClr val="111613"/>
                </a:solidFill>
                <a:latin typeface="Inter"/>
                <a:ea typeface="Inter"/>
                <a:cs typeface="Inter"/>
              </a:defRPr>
            </a:lvl2pPr>
            <a:lvl3pPr algn="l">
              <a:defRPr sz="3225" b="1">
                <a:solidFill>
                  <a:srgbClr val="111613"/>
                </a:solidFill>
                <a:latin typeface="Inter"/>
                <a:ea typeface="Inter"/>
                <a:cs typeface="Inter"/>
              </a:defRPr>
            </a:lvl3pPr>
            <a:lvl4pPr algn="l">
              <a:defRPr sz="3225" b="1">
                <a:solidFill>
                  <a:srgbClr val="111613"/>
                </a:solidFill>
                <a:latin typeface="Inter"/>
                <a:ea typeface="Inter"/>
                <a:cs typeface="Inter"/>
              </a:defRPr>
            </a:lvl4pPr>
            <a:lvl5pPr algn="l">
              <a:defRPr sz="3225" b="1">
                <a:solidFill>
                  <a:srgbClr val="111613"/>
                </a:solidFill>
                <a:latin typeface="Inter"/>
                <a:ea typeface="Inter"/>
                <a:cs typeface="Inter"/>
              </a:defRPr>
            </a:lvl5pPr>
            <a:lvl6pPr algn="l">
              <a:defRPr sz="3225" b="1">
                <a:solidFill>
                  <a:srgbClr val="111613"/>
                </a:solidFill>
                <a:latin typeface="Inter"/>
                <a:ea typeface="Inter"/>
                <a:cs typeface="Inter"/>
              </a:defRPr>
            </a:lvl6pPr>
            <a:lvl7pPr algn="l">
              <a:defRPr sz="3225" b="1">
                <a:solidFill>
                  <a:srgbClr val="111613"/>
                </a:solidFill>
                <a:latin typeface="Inter"/>
                <a:ea typeface="Inter"/>
                <a:cs typeface="Inter"/>
              </a:defRPr>
            </a:lvl7pPr>
            <a:lvl8pPr algn="l">
              <a:defRPr sz="3225" b="1">
                <a:solidFill>
                  <a:srgbClr val="111613"/>
                </a:solidFill>
                <a:latin typeface="Inter"/>
                <a:ea typeface="Inter"/>
                <a:cs typeface="Inter"/>
              </a:defRPr>
            </a:lvl8pPr>
            <a:lvl9pPr algn="l">
              <a:defRPr sz="3225" b="1">
                <a:solidFill>
                  <a:srgbClr val="111613"/>
                </a:solidFill>
                <a:latin typeface="Inter"/>
                <a:ea typeface="Inter"/>
                <a:cs typeface="Inter"/>
              </a:defRPr>
            </a:lvl9pPr>
          </a:lstStyle>
          <a:p xmlns:a="http://schemas.openxmlformats.org/drawingml/2006/main">
            <a:pPr algn="l">
              <a:defRPr sz="3225" b="1">
                <a:solidFill>
                  <a:srgbClr val="111613"/>
                </a:solidFill>
                <a:latin typeface="Inter"/>
                <a:ea typeface="Inter"/>
                <a:cs typeface="Inter"/>
              </a:defRPr>
            </a:pPr>
            <a:r>
              <a:rPr sz="3225" b="1">
                <a:solidFill>
                  <a:srgbClr val="111613"/>
                </a:solidFill>
                <a:latin typeface="Inter"/>
                <a:ea typeface="Inter"/>
                <a:cs typeface="Inter"/>
              </a:rPr>
              <a:t>Some questions need a person. Others need a source.</a:t>
            </a:r>
          </a:p>
        </p:txBody>
      </p:sp>
      <p:sp>
        <p:nvSpPr>
          <p:cNvPr id="4" name="title-rule">
            <a:extLst xmlns:a="http://schemas.openxmlformats.org/drawingml/2006/main">
              <a:ext uri="{FF2B5EF4-FFF2-40B4-BE49-F238E27FC236}">
                <a16:creationId xmlns:a16="http://schemas.microsoft.com/office/drawing/2014/main" id="{C84E150F-6AFC-4673-A996-B153DF8997C0}"/>
              </a:ext>
            </a:extLst>
          </p:cNvPr>
          <p:cNvSpPr>
            <a:spLocks xmlns:a="http://schemas.openxmlformats.org/drawingml/2006/main" noGrp="1"/>
          </p:cNvSpPr>
          <p:nvPr/>
        </p:nvSpPr>
        <p:spPr>
          <a:xfrm xmlns:a="http://schemas.openxmlformats.org/drawingml/2006/main">
            <a:off x="647700" y="1695450"/>
            <a:ext cx="10896600" cy="19050"/>
          </a:xfrm>
          <a:prstGeom xmlns:a="http://schemas.openxmlformats.org/drawingml/2006/main" prst="rect">
            <a:avLst/>
          </a:prstGeom>
          <a:solidFill xmlns:a="http://schemas.openxmlformats.org/drawingml/2006/main">
            <a:srgbClr val="087443"/>
          </a:solidFill>
          <a:ln xmlns:a="http://schemas.openxmlformats.org/drawingml/2006/main" w="0">
            <a:noFill/>
            <a:prstDash val="solid"/>
          </a:ln>
        </p:spPr>
      </p:sp>
      <p:sp>
        <p:nvSpPr>
          <p:cNvPr id="5" name="conflict-label">
            <a:extLst xmlns:a="http://schemas.openxmlformats.org/drawingml/2006/main">
              <a:ext uri="{FF2B5EF4-FFF2-40B4-BE49-F238E27FC236}">
                <a16:creationId xmlns:a16="http://schemas.microsoft.com/office/drawing/2014/main" id="{D2136FBE-4A22-40F5-BBF0-B23F4FEC70D3}"/>
              </a:ext>
            </a:extLst>
          </p:cNvPr>
          <p:cNvSpPr>
            <a:spLocks xmlns:a="http://schemas.openxmlformats.org/drawingml/2006/main" noGrp="1"/>
          </p:cNvSpPr>
          <p:nvPr/>
        </p:nvSpPr>
        <p:spPr>
          <a:xfrm xmlns:a="http://schemas.openxmlformats.org/drawingml/2006/main">
            <a:off x="723900" y="20955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B42318"/>
                </a:solidFill>
                <a:latin typeface="Inter"/>
                <a:ea typeface="Inter"/>
                <a:cs typeface="Inter"/>
              </a:defRPr>
            </a:defPPr>
            <a:lvl1pPr algn="l">
              <a:defRPr sz="1125" b="1">
                <a:solidFill>
                  <a:srgbClr val="B42318"/>
                </a:solidFill>
                <a:latin typeface="Inter"/>
                <a:ea typeface="Inter"/>
                <a:cs typeface="Inter"/>
              </a:defRPr>
            </a:lvl1pPr>
            <a:lvl2pPr algn="l">
              <a:defRPr sz="1125" b="1">
                <a:solidFill>
                  <a:srgbClr val="B42318"/>
                </a:solidFill>
                <a:latin typeface="Inter"/>
                <a:ea typeface="Inter"/>
                <a:cs typeface="Inter"/>
              </a:defRPr>
            </a:lvl2pPr>
            <a:lvl3pPr algn="l">
              <a:defRPr sz="1125" b="1">
                <a:solidFill>
                  <a:srgbClr val="B42318"/>
                </a:solidFill>
                <a:latin typeface="Inter"/>
                <a:ea typeface="Inter"/>
                <a:cs typeface="Inter"/>
              </a:defRPr>
            </a:lvl3pPr>
            <a:lvl4pPr algn="l">
              <a:defRPr sz="1125" b="1">
                <a:solidFill>
                  <a:srgbClr val="B42318"/>
                </a:solidFill>
                <a:latin typeface="Inter"/>
                <a:ea typeface="Inter"/>
                <a:cs typeface="Inter"/>
              </a:defRPr>
            </a:lvl4pPr>
            <a:lvl5pPr algn="l">
              <a:defRPr sz="1125" b="1">
                <a:solidFill>
                  <a:srgbClr val="B42318"/>
                </a:solidFill>
                <a:latin typeface="Inter"/>
                <a:ea typeface="Inter"/>
                <a:cs typeface="Inter"/>
              </a:defRPr>
            </a:lvl5pPr>
            <a:lvl6pPr algn="l">
              <a:defRPr sz="1125" b="1">
                <a:solidFill>
                  <a:srgbClr val="B42318"/>
                </a:solidFill>
                <a:latin typeface="Inter"/>
                <a:ea typeface="Inter"/>
                <a:cs typeface="Inter"/>
              </a:defRPr>
            </a:lvl6pPr>
            <a:lvl7pPr algn="l">
              <a:defRPr sz="1125" b="1">
                <a:solidFill>
                  <a:srgbClr val="B42318"/>
                </a:solidFill>
                <a:latin typeface="Inter"/>
                <a:ea typeface="Inter"/>
                <a:cs typeface="Inter"/>
              </a:defRPr>
            </a:lvl7pPr>
            <a:lvl8pPr algn="l">
              <a:defRPr sz="1125" b="1">
                <a:solidFill>
                  <a:srgbClr val="B42318"/>
                </a:solidFill>
                <a:latin typeface="Inter"/>
                <a:ea typeface="Inter"/>
                <a:cs typeface="Inter"/>
              </a:defRPr>
            </a:lvl8pPr>
            <a:lvl9pPr algn="l">
              <a:defRPr sz="1125" b="1">
                <a:solidFill>
                  <a:srgbClr val="B42318"/>
                </a:solidFill>
                <a:latin typeface="Inter"/>
                <a:ea typeface="Inter"/>
                <a:cs typeface="Inter"/>
              </a:defRPr>
            </a:lvl9pPr>
          </a:lstStyle>
          <a:p xmlns:a="http://schemas.openxmlformats.org/drawingml/2006/main">
            <a:pPr algn="l">
              <a:defRPr sz="1125" b="1">
                <a:solidFill>
                  <a:srgbClr val="B42318"/>
                </a:solidFill>
                <a:latin typeface="Inter"/>
                <a:ea typeface="Inter"/>
                <a:cs typeface="Inter"/>
              </a:defRPr>
            </a:pPr>
            <a:r>
              <a:rPr sz="1125" b="1">
                <a:solidFill>
                  <a:srgbClr val="B42318"/>
                </a:solidFill>
                <a:latin typeface="Inter"/>
                <a:ea typeface="Inter"/>
                <a:cs typeface="Inter"/>
              </a:rPr>
              <a:t>SOURCES DISAGREE AT THE SAME RANK</a:t>
            </a:r>
          </a:p>
        </p:txBody>
      </p:sp>
      <p:sp>
        <p:nvSpPr>
          <p:cNvPr id="6" name="timeout-15">
            <a:extLst xmlns:a="http://schemas.openxmlformats.org/drawingml/2006/main">
              <a:ext uri="{FF2B5EF4-FFF2-40B4-BE49-F238E27FC236}">
                <a16:creationId xmlns:a16="http://schemas.microsoft.com/office/drawing/2014/main" id="{502B6419-8497-42B1-9043-ED250BA3DE38}"/>
              </a:ext>
            </a:extLst>
          </p:cNvPr>
          <p:cNvSpPr>
            <a:spLocks xmlns:a="http://schemas.openxmlformats.org/drawingml/2006/main" noGrp="1"/>
          </p:cNvSpPr>
          <p:nvPr/>
        </p:nvSpPr>
        <p:spPr>
          <a:xfrm xmlns:a="http://schemas.openxmlformats.org/drawingml/2006/main">
            <a:off x="723900" y="2533650"/>
            <a:ext cx="381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111613"/>
                </a:solidFill>
                <a:latin typeface="Inter"/>
                <a:ea typeface="Inter"/>
                <a:cs typeface="Inter"/>
              </a:defRPr>
            </a:defPPr>
            <a:lvl1pPr algn="l">
              <a:defRPr sz="2700" b="1">
                <a:solidFill>
                  <a:srgbClr val="111613"/>
                </a:solidFill>
                <a:latin typeface="Inter"/>
                <a:ea typeface="Inter"/>
                <a:cs typeface="Inter"/>
              </a:defRPr>
            </a:lvl1pPr>
            <a:lvl2pPr algn="l">
              <a:defRPr sz="2700" b="1">
                <a:solidFill>
                  <a:srgbClr val="111613"/>
                </a:solidFill>
                <a:latin typeface="Inter"/>
                <a:ea typeface="Inter"/>
                <a:cs typeface="Inter"/>
              </a:defRPr>
            </a:lvl2pPr>
            <a:lvl3pPr algn="l">
              <a:defRPr sz="2700" b="1">
                <a:solidFill>
                  <a:srgbClr val="111613"/>
                </a:solidFill>
                <a:latin typeface="Inter"/>
                <a:ea typeface="Inter"/>
                <a:cs typeface="Inter"/>
              </a:defRPr>
            </a:lvl3pPr>
            <a:lvl4pPr algn="l">
              <a:defRPr sz="2700" b="1">
                <a:solidFill>
                  <a:srgbClr val="111613"/>
                </a:solidFill>
                <a:latin typeface="Inter"/>
                <a:ea typeface="Inter"/>
                <a:cs typeface="Inter"/>
              </a:defRPr>
            </a:lvl4pPr>
            <a:lvl5pPr algn="l">
              <a:defRPr sz="2700" b="1">
                <a:solidFill>
                  <a:srgbClr val="111613"/>
                </a:solidFill>
                <a:latin typeface="Inter"/>
                <a:ea typeface="Inter"/>
                <a:cs typeface="Inter"/>
              </a:defRPr>
            </a:lvl5pPr>
            <a:lvl6pPr algn="l">
              <a:defRPr sz="2700" b="1">
                <a:solidFill>
                  <a:srgbClr val="111613"/>
                </a:solidFill>
                <a:latin typeface="Inter"/>
                <a:ea typeface="Inter"/>
                <a:cs typeface="Inter"/>
              </a:defRPr>
            </a:lvl6pPr>
            <a:lvl7pPr algn="l">
              <a:defRPr sz="2700" b="1">
                <a:solidFill>
                  <a:srgbClr val="111613"/>
                </a:solidFill>
                <a:latin typeface="Inter"/>
                <a:ea typeface="Inter"/>
                <a:cs typeface="Inter"/>
              </a:defRPr>
            </a:lvl7pPr>
            <a:lvl8pPr algn="l">
              <a:defRPr sz="2700" b="1">
                <a:solidFill>
                  <a:srgbClr val="111613"/>
                </a:solidFill>
                <a:latin typeface="Inter"/>
                <a:ea typeface="Inter"/>
                <a:cs typeface="Inter"/>
              </a:defRPr>
            </a:lvl8pPr>
            <a:lvl9pPr algn="l">
              <a:defRPr sz="2700" b="1">
                <a:solidFill>
                  <a:srgbClr val="111613"/>
                </a:solidFill>
                <a:latin typeface="Inter"/>
                <a:ea typeface="Inter"/>
                <a:cs typeface="Inter"/>
              </a:defRPr>
            </a:lvl9pPr>
          </a:lstStyle>
          <a:p xmlns:a="http://schemas.openxmlformats.org/drawingml/2006/main">
            <a:pPr algn="l">
              <a:defRPr sz="2700" b="1">
                <a:solidFill>
                  <a:srgbClr val="111613"/>
                </a:solidFill>
                <a:latin typeface="Inter"/>
                <a:ea typeface="Inter"/>
                <a:cs typeface="Inter"/>
              </a:defRPr>
            </a:pPr>
            <a:r>
              <a:rPr sz="2700" b="1">
                <a:solidFill>
                  <a:srgbClr val="111613"/>
                </a:solidFill>
                <a:latin typeface="Inter"/>
                <a:ea typeface="Inter"/>
                <a:cs typeface="Inter"/>
              </a:rPr>
              <a:t>15 minutes</a:t>
            </a:r>
          </a:p>
        </p:txBody>
      </p:sp>
      <p:sp>
        <p:nvSpPr>
          <p:cNvPr id="7" name="timeout-a">
            <a:extLst xmlns:a="http://schemas.openxmlformats.org/drawingml/2006/main">
              <a:ext uri="{FF2B5EF4-FFF2-40B4-BE49-F238E27FC236}">
                <a16:creationId xmlns:a16="http://schemas.microsoft.com/office/drawing/2014/main" id="{FAFB91B3-D0B2-4C4F-820D-E79E5C88D7C9}"/>
              </a:ext>
            </a:extLst>
          </p:cNvPr>
          <p:cNvSpPr>
            <a:spLocks xmlns:a="http://schemas.openxmlformats.org/drawingml/2006/main" noGrp="1"/>
          </p:cNvSpPr>
          <p:nvPr/>
        </p:nvSpPr>
        <p:spPr>
          <a:xfrm xmlns:a="http://schemas.openxmlformats.org/drawingml/2006/main">
            <a:off x="723900" y="30861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4C554F"/>
                </a:solidFill>
                <a:latin typeface="Inter"/>
                <a:ea typeface="Inter"/>
                <a:cs typeface="Inter"/>
              </a:defRPr>
            </a:defPPr>
            <a:lvl1pPr algn="l">
              <a:defRPr sz="1275" b="0">
                <a:solidFill>
                  <a:srgbClr val="4C554F"/>
                </a:solidFill>
                <a:latin typeface="Inter"/>
                <a:ea typeface="Inter"/>
                <a:cs typeface="Inter"/>
              </a:defRPr>
            </a:lvl1pPr>
            <a:lvl2pPr algn="l">
              <a:defRPr sz="1275" b="0">
                <a:solidFill>
                  <a:srgbClr val="4C554F"/>
                </a:solidFill>
                <a:latin typeface="Inter"/>
                <a:ea typeface="Inter"/>
                <a:cs typeface="Inter"/>
              </a:defRPr>
            </a:lvl2pPr>
            <a:lvl3pPr algn="l">
              <a:defRPr sz="1275" b="0">
                <a:solidFill>
                  <a:srgbClr val="4C554F"/>
                </a:solidFill>
                <a:latin typeface="Inter"/>
                <a:ea typeface="Inter"/>
                <a:cs typeface="Inter"/>
              </a:defRPr>
            </a:lvl3pPr>
            <a:lvl4pPr algn="l">
              <a:defRPr sz="1275" b="0">
                <a:solidFill>
                  <a:srgbClr val="4C554F"/>
                </a:solidFill>
                <a:latin typeface="Inter"/>
                <a:ea typeface="Inter"/>
                <a:cs typeface="Inter"/>
              </a:defRPr>
            </a:lvl4pPr>
            <a:lvl5pPr algn="l">
              <a:defRPr sz="1275" b="0">
                <a:solidFill>
                  <a:srgbClr val="4C554F"/>
                </a:solidFill>
                <a:latin typeface="Inter"/>
                <a:ea typeface="Inter"/>
                <a:cs typeface="Inter"/>
              </a:defRPr>
            </a:lvl5pPr>
            <a:lvl6pPr algn="l">
              <a:defRPr sz="1275" b="0">
                <a:solidFill>
                  <a:srgbClr val="4C554F"/>
                </a:solidFill>
                <a:latin typeface="Inter"/>
                <a:ea typeface="Inter"/>
                <a:cs typeface="Inter"/>
              </a:defRPr>
            </a:lvl6pPr>
            <a:lvl7pPr algn="l">
              <a:defRPr sz="1275" b="0">
                <a:solidFill>
                  <a:srgbClr val="4C554F"/>
                </a:solidFill>
                <a:latin typeface="Inter"/>
                <a:ea typeface="Inter"/>
                <a:cs typeface="Inter"/>
              </a:defRPr>
            </a:lvl7pPr>
            <a:lvl8pPr algn="l">
              <a:defRPr sz="1275" b="0">
                <a:solidFill>
                  <a:srgbClr val="4C554F"/>
                </a:solidFill>
                <a:latin typeface="Inter"/>
                <a:ea typeface="Inter"/>
                <a:cs typeface="Inter"/>
              </a:defRPr>
            </a:lvl8pPr>
            <a:lvl9pPr algn="l">
              <a:defRPr sz="1275" b="0">
                <a:solidFill>
                  <a:srgbClr val="4C554F"/>
                </a:solidFill>
                <a:latin typeface="Inter"/>
                <a:ea typeface="Inter"/>
                <a:cs typeface="Inter"/>
              </a:defRPr>
            </a:lvl9pPr>
          </a:lstStyle>
          <a:p xmlns:a="http://schemas.openxmlformats.org/drawingml/2006/main">
            <a:pPr algn="l">
              <a:defRPr sz="1275" b="0">
                <a:solidFill>
                  <a:srgbClr val="4C554F"/>
                </a:solidFill>
                <a:latin typeface="Inter"/>
                <a:ea typeface="Inter"/>
                <a:cs typeface="Inter"/>
              </a:defRPr>
            </a:pPr>
            <a:r>
              <a:rPr sz="1275" b="0">
                <a:solidFill>
                  <a:srgbClr val="4C554F"/>
                </a:solidFill>
                <a:latin typeface="Inter"/>
                <a:ea typeface="Inter"/>
                <a:cs typeface="Inter"/>
              </a:rPr>
              <a:t>session-timeout-policy-a.md</a:t>
            </a:r>
          </a:p>
        </p:txBody>
      </p:sp>
      <p:sp>
        <p:nvSpPr>
          <p:cNvPr id="8" name="versus">
            <a:extLst xmlns:a="http://schemas.openxmlformats.org/drawingml/2006/main">
              <a:ext uri="{FF2B5EF4-FFF2-40B4-BE49-F238E27FC236}">
                <a16:creationId xmlns:a16="http://schemas.microsoft.com/office/drawing/2014/main" id="{86420276-FC55-45F7-94E0-16FCCF485E12}"/>
              </a:ext>
            </a:extLst>
          </p:cNvPr>
          <p:cNvSpPr>
            <a:spLocks xmlns:a="http://schemas.openxmlformats.org/drawingml/2006/main" noGrp="1"/>
          </p:cNvSpPr>
          <p:nvPr/>
        </p:nvSpPr>
        <p:spPr>
          <a:xfrm xmlns:a="http://schemas.openxmlformats.org/drawingml/2006/main">
            <a:off x="5276850" y="2638425"/>
            <a:ext cx="106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a:solidFill>
                  <a:srgbClr val="4C554F"/>
                </a:solidFill>
                <a:latin typeface="Inter"/>
                <a:ea typeface="Inter"/>
                <a:cs typeface="Inter"/>
              </a:defRPr>
            </a:defPPr>
            <a:lvl1pPr algn="ctr">
              <a:defRPr sz="1125" b="1">
                <a:solidFill>
                  <a:srgbClr val="4C554F"/>
                </a:solidFill>
                <a:latin typeface="Inter"/>
                <a:ea typeface="Inter"/>
                <a:cs typeface="Inter"/>
              </a:defRPr>
            </a:lvl1pPr>
            <a:lvl2pPr algn="ctr">
              <a:defRPr sz="1125" b="1">
                <a:solidFill>
                  <a:srgbClr val="4C554F"/>
                </a:solidFill>
                <a:latin typeface="Inter"/>
                <a:ea typeface="Inter"/>
                <a:cs typeface="Inter"/>
              </a:defRPr>
            </a:lvl2pPr>
            <a:lvl3pPr algn="ctr">
              <a:defRPr sz="1125" b="1">
                <a:solidFill>
                  <a:srgbClr val="4C554F"/>
                </a:solidFill>
                <a:latin typeface="Inter"/>
                <a:ea typeface="Inter"/>
                <a:cs typeface="Inter"/>
              </a:defRPr>
            </a:lvl3pPr>
            <a:lvl4pPr algn="ctr">
              <a:defRPr sz="1125" b="1">
                <a:solidFill>
                  <a:srgbClr val="4C554F"/>
                </a:solidFill>
                <a:latin typeface="Inter"/>
                <a:ea typeface="Inter"/>
                <a:cs typeface="Inter"/>
              </a:defRPr>
            </a:lvl4pPr>
            <a:lvl5pPr algn="ctr">
              <a:defRPr sz="1125" b="1">
                <a:solidFill>
                  <a:srgbClr val="4C554F"/>
                </a:solidFill>
                <a:latin typeface="Inter"/>
                <a:ea typeface="Inter"/>
                <a:cs typeface="Inter"/>
              </a:defRPr>
            </a:lvl5pPr>
            <a:lvl6pPr algn="ctr">
              <a:defRPr sz="1125" b="1">
                <a:solidFill>
                  <a:srgbClr val="4C554F"/>
                </a:solidFill>
                <a:latin typeface="Inter"/>
                <a:ea typeface="Inter"/>
                <a:cs typeface="Inter"/>
              </a:defRPr>
            </a:lvl6pPr>
            <a:lvl7pPr algn="ctr">
              <a:defRPr sz="1125" b="1">
                <a:solidFill>
                  <a:srgbClr val="4C554F"/>
                </a:solidFill>
                <a:latin typeface="Inter"/>
                <a:ea typeface="Inter"/>
                <a:cs typeface="Inter"/>
              </a:defRPr>
            </a:lvl7pPr>
            <a:lvl8pPr algn="ctr">
              <a:defRPr sz="1125" b="1">
                <a:solidFill>
                  <a:srgbClr val="4C554F"/>
                </a:solidFill>
                <a:latin typeface="Inter"/>
                <a:ea typeface="Inter"/>
                <a:cs typeface="Inter"/>
              </a:defRPr>
            </a:lvl8pPr>
            <a:lvl9pPr algn="ctr">
              <a:defRPr sz="1125" b="1">
                <a:solidFill>
                  <a:srgbClr val="4C554F"/>
                </a:solidFill>
                <a:latin typeface="Inter"/>
                <a:ea typeface="Inter"/>
                <a:cs typeface="Inter"/>
              </a:defRPr>
            </a:lvl9pPr>
          </a:lstStyle>
          <a:p xmlns:a="http://schemas.openxmlformats.org/drawingml/2006/main">
            <a:pPr algn="ctr">
              <a:defRPr sz="1125" b="1">
                <a:solidFill>
                  <a:srgbClr val="4C554F"/>
                </a:solidFill>
                <a:latin typeface="Inter"/>
                <a:ea typeface="Inter"/>
                <a:cs typeface="Inter"/>
              </a:defRPr>
            </a:pPr>
            <a:r>
              <a:rPr sz="1125" b="1">
                <a:solidFill>
                  <a:srgbClr val="4C554F"/>
                </a:solidFill>
                <a:latin typeface="Inter"/>
                <a:ea typeface="Inter"/>
                <a:cs typeface="Inter"/>
              </a:rPr>
              <a:t>VERSUS</a:t>
            </a:r>
          </a:p>
        </p:txBody>
      </p:sp>
      <p:sp>
        <p:nvSpPr>
          <p:cNvPr id="9" name="timeout-30">
            <a:extLst xmlns:a="http://schemas.openxmlformats.org/drawingml/2006/main">
              <a:ext uri="{FF2B5EF4-FFF2-40B4-BE49-F238E27FC236}">
                <a16:creationId xmlns:a16="http://schemas.microsoft.com/office/drawing/2014/main" id="{42FAF11F-7EDC-48CF-ABB6-34181F081408}"/>
              </a:ext>
            </a:extLst>
          </p:cNvPr>
          <p:cNvSpPr>
            <a:spLocks xmlns:a="http://schemas.openxmlformats.org/drawingml/2006/main" noGrp="1"/>
          </p:cNvSpPr>
          <p:nvPr/>
        </p:nvSpPr>
        <p:spPr>
          <a:xfrm xmlns:a="http://schemas.openxmlformats.org/drawingml/2006/main">
            <a:off x="6972300" y="2533650"/>
            <a:ext cx="381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111613"/>
                </a:solidFill>
                <a:latin typeface="Inter"/>
                <a:ea typeface="Inter"/>
                <a:cs typeface="Inter"/>
              </a:defRPr>
            </a:defPPr>
            <a:lvl1pPr algn="l">
              <a:defRPr sz="2700" b="1">
                <a:solidFill>
                  <a:srgbClr val="111613"/>
                </a:solidFill>
                <a:latin typeface="Inter"/>
                <a:ea typeface="Inter"/>
                <a:cs typeface="Inter"/>
              </a:defRPr>
            </a:lvl1pPr>
            <a:lvl2pPr algn="l">
              <a:defRPr sz="2700" b="1">
                <a:solidFill>
                  <a:srgbClr val="111613"/>
                </a:solidFill>
                <a:latin typeface="Inter"/>
                <a:ea typeface="Inter"/>
                <a:cs typeface="Inter"/>
              </a:defRPr>
            </a:lvl2pPr>
            <a:lvl3pPr algn="l">
              <a:defRPr sz="2700" b="1">
                <a:solidFill>
                  <a:srgbClr val="111613"/>
                </a:solidFill>
                <a:latin typeface="Inter"/>
                <a:ea typeface="Inter"/>
                <a:cs typeface="Inter"/>
              </a:defRPr>
            </a:lvl3pPr>
            <a:lvl4pPr algn="l">
              <a:defRPr sz="2700" b="1">
                <a:solidFill>
                  <a:srgbClr val="111613"/>
                </a:solidFill>
                <a:latin typeface="Inter"/>
                <a:ea typeface="Inter"/>
                <a:cs typeface="Inter"/>
              </a:defRPr>
            </a:lvl4pPr>
            <a:lvl5pPr algn="l">
              <a:defRPr sz="2700" b="1">
                <a:solidFill>
                  <a:srgbClr val="111613"/>
                </a:solidFill>
                <a:latin typeface="Inter"/>
                <a:ea typeface="Inter"/>
                <a:cs typeface="Inter"/>
              </a:defRPr>
            </a:lvl5pPr>
            <a:lvl6pPr algn="l">
              <a:defRPr sz="2700" b="1">
                <a:solidFill>
                  <a:srgbClr val="111613"/>
                </a:solidFill>
                <a:latin typeface="Inter"/>
                <a:ea typeface="Inter"/>
                <a:cs typeface="Inter"/>
              </a:defRPr>
            </a:lvl6pPr>
            <a:lvl7pPr algn="l">
              <a:defRPr sz="2700" b="1">
                <a:solidFill>
                  <a:srgbClr val="111613"/>
                </a:solidFill>
                <a:latin typeface="Inter"/>
                <a:ea typeface="Inter"/>
                <a:cs typeface="Inter"/>
              </a:defRPr>
            </a:lvl7pPr>
            <a:lvl8pPr algn="l">
              <a:defRPr sz="2700" b="1">
                <a:solidFill>
                  <a:srgbClr val="111613"/>
                </a:solidFill>
                <a:latin typeface="Inter"/>
                <a:ea typeface="Inter"/>
                <a:cs typeface="Inter"/>
              </a:defRPr>
            </a:lvl8pPr>
            <a:lvl9pPr algn="l">
              <a:defRPr sz="2700" b="1">
                <a:solidFill>
                  <a:srgbClr val="111613"/>
                </a:solidFill>
                <a:latin typeface="Inter"/>
                <a:ea typeface="Inter"/>
                <a:cs typeface="Inter"/>
              </a:defRPr>
            </a:lvl9pPr>
          </a:lstStyle>
          <a:p xmlns:a="http://schemas.openxmlformats.org/drawingml/2006/main">
            <a:pPr algn="l">
              <a:defRPr sz="2700" b="1">
                <a:solidFill>
                  <a:srgbClr val="111613"/>
                </a:solidFill>
                <a:latin typeface="Inter"/>
                <a:ea typeface="Inter"/>
                <a:cs typeface="Inter"/>
              </a:defRPr>
            </a:pPr>
            <a:r>
              <a:rPr sz="2700" b="1">
                <a:solidFill>
                  <a:srgbClr val="111613"/>
                </a:solidFill>
                <a:latin typeface="Inter"/>
                <a:ea typeface="Inter"/>
                <a:cs typeface="Inter"/>
              </a:rPr>
              <a:t>30 minutes</a:t>
            </a:r>
          </a:p>
        </p:txBody>
      </p:sp>
      <p:sp>
        <p:nvSpPr>
          <p:cNvPr id="10" name="timeout-b">
            <a:extLst xmlns:a="http://schemas.openxmlformats.org/drawingml/2006/main">
              <a:ext uri="{FF2B5EF4-FFF2-40B4-BE49-F238E27FC236}">
                <a16:creationId xmlns:a16="http://schemas.microsoft.com/office/drawing/2014/main" id="{46558D62-78E4-423A-8189-BFAE4371CA95}"/>
              </a:ext>
            </a:extLst>
          </p:cNvPr>
          <p:cNvSpPr>
            <a:spLocks xmlns:a="http://schemas.openxmlformats.org/drawingml/2006/main" noGrp="1"/>
          </p:cNvSpPr>
          <p:nvPr/>
        </p:nvSpPr>
        <p:spPr>
          <a:xfrm xmlns:a="http://schemas.openxmlformats.org/drawingml/2006/main">
            <a:off x="6972300" y="30861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4C554F"/>
                </a:solidFill>
                <a:latin typeface="Inter"/>
                <a:ea typeface="Inter"/>
                <a:cs typeface="Inter"/>
              </a:defRPr>
            </a:defPPr>
            <a:lvl1pPr algn="l">
              <a:defRPr sz="1275" b="0">
                <a:solidFill>
                  <a:srgbClr val="4C554F"/>
                </a:solidFill>
                <a:latin typeface="Inter"/>
                <a:ea typeface="Inter"/>
                <a:cs typeface="Inter"/>
              </a:defRPr>
            </a:lvl1pPr>
            <a:lvl2pPr algn="l">
              <a:defRPr sz="1275" b="0">
                <a:solidFill>
                  <a:srgbClr val="4C554F"/>
                </a:solidFill>
                <a:latin typeface="Inter"/>
                <a:ea typeface="Inter"/>
                <a:cs typeface="Inter"/>
              </a:defRPr>
            </a:lvl2pPr>
            <a:lvl3pPr algn="l">
              <a:defRPr sz="1275" b="0">
                <a:solidFill>
                  <a:srgbClr val="4C554F"/>
                </a:solidFill>
                <a:latin typeface="Inter"/>
                <a:ea typeface="Inter"/>
                <a:cs typeface="Inter"/>
              </a:defRPr>
            </a:lvl3pPr>
            <a:lvl4pPr algn="l">
              <a:defRPr sz="1275" b="0">
                <a:solidFill>
                  <a:srgbClr val="4C554F"/>
                </a:solidFill>
                <a:latin typeface="Inter"/>
                <a:ea typeface="Inter"/>
                <a:cs typeface="Inter"/>
              </a:defRPr>
            </a:lvl4pPr>
            <a:lvl5pPr algn="l">
              <a:defRPr sz="1275" b="0">
                <a:solidFill>
                  <a:srgbClr val="4C554F"/>
                </a:solidFill>
                <a:latin typeface="Inter"/>
                <a:ea typeface="Inter"/>
                <a:cs typeface="Inter"/>
              </a:defRPr>
            </a:lvl5pPr>
            <a:lvl6pPr algn="l">
              <a:defRPr sz="1275" b="0">
                <a:solidFill>
                  <a:srgbClr val="4C554F"/>
                </a:solidFill>
                <a:latin typeface="Inter"/>
                <a:ea typeface="Inter"/>
                <a:cs typeface="Inter"/>
              </a:defRPr>
            </a:lvl6pPr>
            <a:lvl7pPr algn="l">
              <a:defRPr sz="1275" b="0">
                <a:solidFill>
                  <a:srgbClr val="4C554F"/>
                </a:solidFill>
                <a:latin typeface="Inter"/>
                <a:ea typeface="Inter"/>
                <a:cs typeface="Inter"/>
              </a:defRPr>
            </a:lvl7pPr>
            <a:lvl8pPr algn="l">
              <a:defRPr sz="1275" b="0">
                <a:solidFill>
                  <a:srgbClr val="4C554F"/>
                </a:solidFill>
                <a:latin typeface="Inter"/>
                <a:ea typeface="Inter"/>
                <a:cs typeface="Inter"/>
              </a:defRPr>
            </a:lvl8pPr>
            <a:lvl9pPr algn="l">
              <a:defRPr sz="1275" b="0">
                <a:solidFill>
                  <a:srgbClr val="4C554F"/>
                </a:solidFill>
                <a:latin typeface="Inter"/>
                <a:ea typeface="Inter"/>
                <a:cs typeface="Inter"/>
              </a:defRPr>
            </a:lvl9pPr>
          </a:lstStyle>
          <a:p xmlns:a="http://schemas.openxmlformats.org/drawingml/2006/main">
            <a:pPr algn="l">
              <a:defRPr sz="1275" b="0">
                <a:solidFill>
                  <a:srgbClr val="4C554F"/>
                </a:solidFill>
                <a:latin typeface="Inter"/>
                <a:ea typeface="Inter"/>
                <a:cs typeface="Inter"/>
              </a:defRPr>
            </a:pPr>
            <a:r>
              <a:rPr sz="1275" b="0">
                <a:solidFill>
                  <a:srgbClr val="4C554F"/>
                </a:solidFill>
                <a:latin typeface="Inter"/>
                <a:ea typeface="Inter"/>
                <a:cs typeface="Inter"/>
              </a:rPr>
              <a:t>session-timeout-policy-b.md</a:t>
            </a:r>
          </a:p>
        </p:txBody>
      </p:sp>
      <p:sp>
        <p:nvSpPr>
          <p:cNvPr id="11" name="conflict-rule">
            <a:extLst xmlns:a="http://schemas.openxmlformats.org/drawingml/2006/main">
              <a:ext uri="{FF2B5EF4-FFF2-40B4-BE49-F238E27FC236}">
                <a16:creationId xmlns:a16="http://schemas.microsoft.com/office/drawing/2014/main" id="{A90EB9AD-4DD6-4747-8187-ABC992E1D461}"/>
              </a:ext>
            </a:extLst>
          </p:cNvPr>
          <p:cNvSpPr>
            <a:spLocks xmlns:a="http://schemas.openxmlformats.org/drawingml/2006/main" noGrp="1"/>
          </p:cNvSpPr>
          <p:nvPr/>
        </p:nvSpPr>
        <p:spPr>
          <a:xfrm xmlns:a="http://schemas.openxmlformats.org/drawingml/2006/main">
            <a:off x="723900" y="3638550"/>
            <a:ext cx="10744200" cy="9525"/>
          </a:xfrm>
          <a:prstGeom xmlns:a="http://schemas.openxmlformats.org/drawingml/2006/main" prst="rect">
            <a:avLst/>
          </a:prstGeom>
          <a:solidFill xmlns:a="http://schemas.openxmlformats.org/drawingml/2006/main">
            <a:srgbClr val="C9CEC9"/>
          </a:solidFill>
          <a:ln xmlns:a="http://schemas.openxmlformats.org/drawingml/2006/main" w="0">
            <a:noFill/>
            <a:prstDash val="solid"/>
          </a:ln>
        </p:spPr>
      </p:sp>
      <p:sp>
        <p:nvSpPr>
          <p:cNvPr id="12" name="conflict-result">
            <a:extLst xmlns:a="http://schemas.openxmlformats.org/drawingml/2006/main">
              <a:ext uri="{FF2B5EF4-FFF2-40B4-BE49-F238E27FC236}">
                <a16:creationId xmlns:a16="http://schemas.microsoft.com/office/drawing/2014/main" id="{0BAE2947-1D4A-4E17-921A-A51244F6AAF4}"/>
              </a:ext>
            </a:extLst>
          </p:cNvPr>
          <p:cNvSpPr>
            <a:spLocks xmlns:a="http://schemas.openxmlformats.org/drawingml/2006/main" noGrp="1"/>
          </p:cNvSpPr>
          <p:nvPr/>
        </p:nvSpPr>
        <p:spPr>
          <a:xfrm xmlns:a="http://schemas.openxmlformats.org/drawingml/2006/main">
            <a:off x="723900" y="3857625"/>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B42318"/>
                </a:solidFill>
                <a:latin typeface="Inter"/>
                <a:ea typeface="Inter"/>
                <a:cs typeface="Inter"/>
              </a:defRPr>
            </a:defPPr>
            <a:lvl1pPr algn="l">
              <a:defRPr sz="1725" b="1">
                <a:solidFill>
                  <a:srgbClr val="B42318"/>
                </a:solidFill>
                <a:latin typeface="Inter"/>
                <a:ea typeface="Inter"/>
                <a:cs typeface="Inter"/>
              </a:defRPr>
            </a:lvl1pPr>
            <a:lvl2pPr algn="l">
              <a:defRPr sz="1725" b="1">
                <a:solidFill>
                  <a:srgbClr val="B42318"/>
                </a:solidFill>
                <a:latin typeface="Inter"/>
                <a:ea typeface="Inter"/>
                <a:cs typeface="Inter"/>
              </a:defRPr>
            </a:lvl2pPr>
            <a:lvl3pPr algn="l">
              <a:defRPr sz="1725" b="1">
                <a:solidFill>
                  <a:srgbClr val="B42318"/>
                </a:solidFill>
                <a:latin typeface="Inter"/>
                <a:ea typeface="Inter"/>
                <a:cs typeface="Inter"/>
              </a:defRPr>
            </a:lvl3pPr>
            <a:lvl4pPr algn="l">
              <a:defRPr sz="1725" b="1">
                <a:solidFill>
                  <a:srgbClr val="B42318"/>
                </a:solidFill>
                <a:latin typeface="Inter"/>
                <a:ea typeface="Inter"/>
                <a:cs typeface="Inter"/>
              </a:defRPr>
            </a:lvl4pPr>
            <a:lvl5pPr algn="l">
              <a:defRPr sz="1725" b="1">
                <a:solidFill>
                  <a:srgbClr val="B42318"/>
                </a:solidFill>
                <a:latin typeface="Inter"/>
                <a:ea typeface="Inter"/>
                <a:cs typeface="Inter"/>
              </a:defRPr>
            </a:lvl5pPr>
            <a:lvl6pPr algn="l">
              <a:defRPr sz="1725" b="1">
                <a:solidFill>
                  <a:srgbClr val="B42318"/>
                </a:solidFill>
                <a:latin typeface="Inter"/>
                <a:ea typeface="Inter"/>
                <a:cs typeface="Inter"/>
              </a:defRPr>
            </a:lvl6pPr>
            <a:lvl7pPr algn="l">
              <a:defRPr sz="1725" b="1">
                <a:solidFill>
                  <a:srgbClr val="B42318"/>
                </a:solidFill>
                <a:latin typeface="Inter"/>
                <a:ea typeface="Inter"/>
                <a:cs typeface="Inter"/>
              </a:defRPr>
            </a:lvl7pPr>
            <a:lvl8pPr algn="l">
              <a:defRPr sz="1725" b="1">
                <a:solidFill>
                  <a:srgbClr val="B42318"/>
                </a:solidFill>
                <a:latin typeface="Inter"/>
                <a:ea typeface="Inter"/>
                <a:cs typeface="Inter"/>
              </a:defRPr>
            </a:lvl8pPr>
            <a:lvl9pPr algn="l">
              <a:defRPr sz="1725" b="1">
                <a:solidFill>
                  <a:srgbClr val="B42318"/>
                </a:solidFill>
                <a:latin typeface="Inter"/>
                <a:ea typeface="Inter"/>
                <a:cs typeface="Inter"/>
              </a:defRPr>
            </a:lvl9pPr>
          </a:lstStyle>
          <a:p xmlns:a="http://schemas.openxmlformats.org/drawingml/2006/main">
            <a:pPr algn="l">
              <a:defRPr sz="1725" b="1">
                <a:solidFill>
                  <a:srgbClr val="B42318"/>
                </a:solidFill>
                <a:latin typeface="Inter"/>
                <a:ea typeface="Inter"/>
                <a:cs typeface="Inter"/>
              </a:defRPr>
            </a:pPr>
            <a:r>
              <a:rPr sz="1725" b="1">
                <a:solidFill>
                  <a:srgbClr val="B42318"/>
                </a:solidFill>
                <a:latin typeface="Inter"/>
                <a:ea typeface="Inter"/>
                <a:cs typeface="Inter"/>
              </a:rPr>
              <a:t>CONFLICTING  ·  Ask a person to decide</a:t>
            </a:r>
          </a:p>
        </p:txBody>
      </p:sp>
      <p:sp>
        <p:nvSpPr>
          <p:cNvPr id="13" name="unknown-label">
            <a:extLst xmlns:a="http://schemas.openxmlformats.org/drawingml/2006/main">
              <a:ext uri="{FF2B5EF4-FFF2-40B4-BE49-F238E27FC236}">
                <a16:creationId xmlns:a16="http://schemas.microsoft.com/office/drawing/2014/main" id="{00DA1C8D-1A33-4013-AABA-03433ABF84E5}"/>
              </a:ext>
            </a:extLst>
          </p:cNvPr>
          <p:cNvSpPr>
            <a:spLocks xmlns:a="http://schemas.openxmlformats.org/drawingml/2006/main" noGrp="1"/>
          </p:cNvSpPr>
          <p:nvPr/>
        </p:nvSpPr>
        <p:spPr>
          <a:xfrm xmlns:a="http://schemas.openxmlformats.org/drawingml/2006/main">
            <a:off x="723900" y="481965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8A6500"/>
                </a:solidFill>
                <a:latin typeface="Inter"/>
                <a:ea typeface="Inter"/>
                <a:cs typeface="Inter"/>
              </a:defRPr>
            </a:defPPr>
            <a:lvl1pPr algn="l">
              <a:defRPr sz="1125" b="1">
                <a:solidFill>
                  <a:srgbClr val="8A6500"/>
                </a:solidFill>
                <a:latin typeface="Inter"/>
                <a:ea typeface="Inter"/>
                <a:cs typeface="Inter"/>
              </a:defRPr>
            </a:lvl1pPr>
            <a:lvl2pPr algn="l">
              <a:defRPr sz="1125" b="1">
                <a:solidFill>
                  <a:srgbClr val="8A6500"/>
                </a:solidFill>
                <a:latin typeface="Inter"/>
                <a:ea typeface="Inter"/>
                <a:cs typeface="Inter"/>
              </a:defRPr>
            </a:lvl2pPr>
            <a:lvl3pPr algn="l">
              <a:defRPr sz="1125" b="1">
                <a:solidFill>
                  <a:srgbClr val="8A6500"/>
                </a:solidFill>
                <a:latin typeface="Inter"/>
                <a:ea typeface="Inter"/>
                <a:cs typeface="Inter"/>
              </a:defRPr>
            </a:lvl3pPr>
            <a:lvl4pPr algn="l">
              <a:defRPr sz="1125" b="1">
                <a:solidFill>
                  <a:srgbClr val="8A6500"/>
                </a:solidFill>
                <a:latin typeface="Inter"/>
                <a:ea typeface="Inter"/>
                <a:cs typeface="Inter"/>
              </a:defRPr>
            </a:lvl4pPr>
            <a:lvl5pPr algn="l">
              <a:defRPr sz="1125" b="1">
                <a:solidFill>
                  <a:srgbClr val="8A6500"/>
                </a:solidFill>
                <a:latin typeface="Inter"/>
                <a:ea typeface="Inter"/>
                <a:cs typeface="Inter"/>
              </a:defRPr>
            </a:lvl5pPr>
            <a:lvl6pPr algn="l">
              <a:defRPr sz="1125" b="1">
                <a:solidFill>
                  <a:srgbClr val="8A6500"/>
                </a:solidFill>
                <a:latin typeface="Inter"/>
                <a:ea typeface="Inter"/>
                <a:cs typeface="Inter"/>
              </a:defRPr>
            </a:lvl6pPr>
            <a:lvl7pPr algn="l">
              <a:defRPr sz="1125" b="1">
                <a:solidFill>
                  <a:srgbClr val="8A6500"/>
                </a:solidFill>
                <a:latin typeface="Inter"/>
                <a:ea typeface="Inter"/>
                <a:cs typeface="Inter"/>
              </a:defRPr>
            </a:lvl7pPr>
            <a:lvl8pPr algn="l">
              <a:defRPr sz="1125" b="1">
                <a:solidFill>
                  <a:srgbClr val="8A6500"/>
                </a:solidFill>
                <a:latin typeface="Inter"/>
                <a:ea typeface="Inter"/>
                <a:cs typeface="Inter"/>
              </a:defRPr>
            </a:lvl8pPr>
            <a:lvl9pPr algn="l">
              <a:defRPr sz="1125" b="1">
                <a:solidFill>
                  <a:srgbClr val="8A6500"/>
                </a:solidFill>
                <a:latin typeface="Inter"/>
                <a:ea typeface="Inter"/>
                <a:cs typeface="Inter"/>
              </a:defRPr>
            </a:lvl9pPr>
          </a:lstStyle>
          <a:p xmlns:a="http://schemas.openxmlformats.org/drawingml/2006/main">
            <a:pPr algn="l">
              <a:defRPr sz="1125" b="1">
                <a:solidFill>
                  <a:srgbClr val="8A6500"/>
                </a:solidFill>
                <a:latin typeface="Inter"/>
                <a:ea typeface="Inter"/>
                <a:cs typeface="Inter"/>
              </a:defRPr>
            </a:pPr>
            <a:r>
              <a:rPr sz="1125" b="1">
                <a:solidFill>
                  <a:srgbClr val="8A6500"/>
                </a:solidFill>
                <a:latin typeface="Inter"/>
                <a:ea typeface="Inter"/>
                <a:cs typeface="Inter"/>
              </a:rPr>
              <a:t>NO MATCHING SOURCE</a:t>
            </a:r>
          </a:p>
        </p:txBody>
      </p:sp>
      <p:sp>
        <p:nvSpPr>
          <p:cNvPr id="14" name="unknown-copy">
            <a:extLst xmlns:a="http://schemas.openxmlformats.org/drawingml/2006/main">
              <a:ext uri="{FF2B5EF4-FFF2-40B4-BE49-F238E27FC236}">
                <a16:creationId xmlns:a16="http://schemas.microsoft.com/office/drawing/2014/main" id="{01CFECC8-DE08-4EF9-A620-2C5783E9AB6D}"/>
              </a:ext>
            </a:extLst>
          </p:cNvPr>
          <p:cNvSpPr>
            <a:spLocks xmlns:a="http://schemas.openxmlformats.org/drawingml/2006/main" noGrp="1"/>
          </p:cNvSpPr>
          <p:nvPr/>
        </p:nvSpPr>
        <p:spPr>
          <a:xfrm xmlns:a="http://schemas.openxmlformats.org/drawingml/2006/main">
            <a:off x="723900" y="520065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11613"/>
                </a:solidFill>
                <a:latin typeface="Inter"/>
                <a:ea typeface="Inter"/>
                <a:cs typeface="Inter"/>
              </a:defRPr>
            </a:defPPr>
            <a:lvl1pPr algn="l">
              <a:defRPr sz="1575" b="1">
                <a:solidFill>
                  <a:srgbClr val="111613"/>
                </a:solidFill>
                <a:latin typeface="Inter"/>
                <a:ea typeface="Inter"/>
                <a:cs typeface="Inter"/>
              </a:defRPr>
            </a:lvl1pPr>
            <a:lvl2pPr algn="l">
              <a:defRPr sz="1575" b="1">
                <a:solidFill>
                  <a:srgbClr val="111613"/>
                </a:solidFill>
                <a:latin typeface="Inter"/>
                <a:ea typeface="Inter"/>
                <a:cs typeface="Inter"/>
              </a:defRPr>
            </a:lvl2pPr>
            <a:lvl3pPr algn="l">
              <a:defRPr sz="1575" b="1">
                <a:solidFill>
                  <a:srgbClr val="111613"/>
                </a:solidFill>
                <a:latin typeface="Inter"/>
                <a:ea typeface="Inter"/>
                <a:cs typeface="Inter"/>
              </a:defRPr>
            </a:lvl3pPr>
            <a:lvl4pPr algn="l">
              <a:defRPr sz="1575" b="1">
                <a:solidFill>
                  <a:srgbClr val="111613"/>
                </a:solidFill>
                <a:latin typeface="Inter"/>
                <a:ea typeface="Inter"/>
                <a:cs typeface="Inter"/>
              </a:defRPr>
            </a:lvl4pPr>
            <a:lvl5pPr algn="l">
              <a:defRPr sz="1575" b="1">
                <a:solidFill>
                  <a:srgbClr val="111613"/>
                </a:solidFill>
                <a:latin typeface="Inter"/>
                <a:ea typeface="Inter"/>
                <a:cs typeface="Inter"/>
              </a:defRPr>
            </a:lvl5pPr>
            <a:lvl6pPr algn="l">
              <a:defRPr sz="1575" b="1">
                <a:solidFill>
                  <a:srgbClr val="111613"/>
                </a:solidFill>
                <a:latin typeface="Inter"/>
                <a:ea typeface="Inter"/>
                <a:cs typeface="Inter"/>
              </a:defRPr>
            </a:lvl6pPr>
            <a:lvl7pPr algn="l">
              <a:defRPr sz="1575" b="1">
                <a:solidFill>
                  <a:srgbClr val="111613"/>
                </a:solidFill>
                <a:latin typeface="Inter"/>
                <a:ea typeface="Inter"/>
                <a:cs typeface="Inter"/>
              </a:defRPr>
            </a:lvl7pPr>
            <a:lvl8pPr algn="l">
              <a:defRPr sz="1575" b="1">
                <a:solidFill>
                  <a:srgbClr val="111613"/>
                </a:solidFill>
                <a:latin typeface="Inter"/>
                <a:ea typeface="Inter"/>
                <a:cs typeface="Inter"/>
              </a:defRPr>
            </a:lvl8pPr>
            <a:lvl9pPr algn="l">
              <a:defRPr sz="1575" b="1">
                <a:solidFill>
                  <a:srgbClr val="111613"/>
                </a:solidFill>
                <a:latin typeface="Inter"/>
                <a:ea typeface="Inter"/>
                <a:cs typeface="Inter"/>
              </a:defRPr>
            </a:lvl9pPr>
          </a:lstStyle>
          <a:p xmlns:a="http://schemas.openxmlformats.org/drawingml/2006/main">
            <a:pPr algn="l">
              <a:defRPr sz="1575" b="1">
                <a:solidFill>
                  <a:srgbClr val="111613"/>
                </a:solidFill>
                <a:latin typeface="Inter"/>
                <a:ea typeface="Inter"/>
                <a:cs typeface="Inter"/>
              </a:defRPr>
            </a:pPr>
            <a:r>
              <a:rPr sz="1575" b="1">
                <a:solidFill>
                  <a:srgbClr val="111613"/>
                </a:solidFill>
                <a:latin typeface="Inter"/>
                <a:ea typeface="Inter"/>
                <a:cs typeface="Inter"/>
              </a:rPr>
              <a:t>“What logging format do we use?”</a:t>
            </a:r>
          </a:p>
        </p:txBody>
      </p:sp>
      <p:sp>
        <p:nvSpPr>
          <p:cNvPr id="15" name="unknown-result">
            <a:extLst xmlns:a="http://schemas.openxmlformats.org/drawingml/2006/main">
              <a:ext uri="{FF2B5EF4-FFF2-40B4-BE49-F238E27FC236}">
                <a16:creationId xmlns:a16="http://schemas.microsoft.com/office/drawing/2014/main" id="{80EF7056-0C66-40F5-ACE3-64963AE97809}"/>
              </a:ext>
            </a:extLst>
          </p:cNvPr>
          <p:cNvSpPr>
            <a:spLocks xmlns:a="http://schemas.openxmlformats.org/drawingml/2006/main" noGrp="1"/>
          </p:cNvSpPr>
          <p:nvPr/>
        </p:nvSpPr>
        <p:spPr>
          <a:xfrm xmlns:a="http://schemas.openxmlformats.org/drawingml/2006/main">
            <a:off x="6286500" y="518160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4C554F"/>
                </a:solidFill>
                <a:latin typeface="Inter"/>
                <a:ea typeface="Inter"/>
                <a:cs typeface="Inter"/>
              </a:defRPr>
            </a:defPPr>
            <a:lvl1pPr algn="l">
              <a:defRPr sz="1500" b="0">
                <a:solidFill>
                  <a:srgbClr val="4C554F"/>
                </a:solidFill>
                <a:latin typeface="Inter"/>
                <a:ea typeface="Inter"/>
                <a:cs typeface="Inter"/>
              </a:defRPr>
            </a:lvl1pPr>
            <a:lvl2pPr algn="l">
              <a:defRPr sz="1500" b="0">
                <a:solidFill>
                  <a:srgbClr val="4C554F"/>
                </a:solidFill>
                <a:latin typeface="Inter"/>
                <a:ea typeface="Inter"/>
                <a:cs typeface="Inter"/>
              </a:defRPr>
            </a:lvl2pPr>
            <a:lvl3pPr algn="l">
              <a:defRPr sz="1500" b="0">
                <a:solidFill>
                  <a:srgbClr val="4C554F"/>
                </a:solidFill>
                <a:latin typeface="Inter"/>
                <a:ea typeface="Inter"/>
                <a:cs typeface="Inter"/>
              </a:defRPr>
            </a:lvl3pPr>
            <a:lvl4pPr algn="l">
              <a:defRPr sz="1500" b="0">
                <a:solidFill>
                  <a:srgbClr val="4C554F"/>
                </a:solidFill>
                <a:latin typeface="Inter"/>
                <a:ea typeface="Inter"/>
                <a:cs typeface="Inter"/>
              </a:defRPr>
            </a:lvl4pPr>
            <a:lvl5pPr algn="l">
              <a:defRPr sz="1500" b="0">
                <a:solidFill>
                  <a:srgbClr val="4C554F"/>
                </a:solidFill>
                <a:latin typeface="Inter"/>
                <a:ea typeface="Inter"/>
                <a:cs typeface="Inter"/>
              </a:defRPr>
            </a:lvl5pPr>
            <a:lvl6pPr algn="l">
              <a:defRPr sz="1500" b="0">
                <a:solidFill>
                  <a:srgbClr val="4C554F"/>
                </a:solidFill>
                <a:latin typeface="Inter"/>
                <a:ea typeface="Inter"/>
                <a:cs typeface="Inter"/>
              </a:defRPr>
            </a:lvl6pPr>
            <a:lvl7pPr algn="l">
              <a:defRPr sz="1500" b="0">
                <a:solidFill>
                  <a:srgbClr val="4C554F"/>
                </a:solidFill>
                <a:latin typeface="Inter"/>
                <a:ea typeface="Inter"/>
                <a:cs typeface="Inter"/>
              </a:defRPr>
            </a:lvl7pPr>
            <a:lvl8pPr algn="l">
              <a:defRPr sz="1500" b="0">
                <a:solidFill>
                  <a:srgbClr val="4C554F"/>
                </a:solidFill>
                <a:latin typeface="Inter"/>
                <a:ea typeface="Inter"/>
                <a:cs typeface="Inter"/>
              </a:defRPr>
            </a:lvl8pPr>
            <a:lvl9pPr algn="l">
              <a:defRPr sz="1500" b="0">
                <a:solidFill>
                  <a:srgbClr val="4C554F"/>
                </a:solidFill>
                <a:latin typeface="Inter"/>
                <a:ea typeface="Inter"/>
                <a:cs typeface="Inter"/>
              </a:defRPr>
            </a:lvl9pPr>
          </a:lstStyle>
          <a:p xmlns:a="http://schemas.openxmlformats.org/drawingml/2006/main">
            <a:pPr algn="l">
              <a:defRPr sz="1500" b="0">
                <a:solidFill>
                  <a:srgbClr val="4C554F"/>
                </a:solidFill>
                <a:latin typeface="Inter"/>
                <a:ea typeface="Inter"/>
                <a:cs typeface="Inter"/>
              </a:defRPr>
            </a:pPr>
            <a:r>
              <a:rPr sz="1500" b="0">
                <a:solidFill>
                  <a:srgbClr val="4C554F"/>
                </a:solidFill>
                <a:latin typeface="Inter"/>
                <a:ea typeface="Inter"/>
                <a:cs typeface="Inter"/>
              </a:rPr>
              <a:t>No rule found. LORE Lite does not invent one.</a:t>
            </a:r>
          </a:p>
        </p:txBody>
      </p:sp>
    </p:spTree>
    <p:extLst>
      <p:ext uri="{BB962C8B-B14F-4D97-AF65-F5344CB8AC3E}">
        <p14:creationId xmlns:p14="http://schemas.microsoft.com/office/powerpoint/2010/main" val="1497958120"/>
      </p:ext>
    </p:extLst>
  </p:cSld>
</p:sld>
</file>

<file path=ppt/slides/slide8.xml><?xml version="1.0" encoding="utf-8"?>
<p:sld xmlns:p="http://schemas.openxmlformats.org/presentationml/2006/main">
  <p:cSld>
    <p:bg>
      <p:bgPr>
        <a:solidFill xmlns:a="http://schemas.openxmlformats.org/drawingml/2006/main">
          <a:srgbClr val="111613"/>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E33A456B-0747-4660-8A82-D7CDFF005DFC}"/>
              </a:ext>
            </a:extLst>
          </p:cNvPr>
          <p:cNvSpPr>
            <a:spLocks xmlns:a="http://schemas.openxmlformats.org/drawingml/2006/main" noGrp="1"/>
          </p:cNvSpPr>
          <p:nvPr/>
        </p:nvSpPr>
        <p:spPr>
          <a:xfrm xmlns:a="http://schemas.openxmlformats.org/drawingml/2006/main">
            <a:off x="647700" y="3619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F1D8"/>
                </a:solidFill>
                <a:latin typeface="Inter"/>
                <a:ea typeface="Inter"/>
                <a:cs typeface="Inter"/>
              </a:defRPr>
            </a:defPPr>
            <a:lvl1pPr algn="l">
              <a:defRPr sz="1050" b="1">
                <a:solidFill>
                  <a:srgbClr val="C7F1D8"/>
                </a:solidFill>
                <a:latin typeface="Inter"/>
                <a:ea typeface="Inter"/>
                <a:cs typeface="Inter"/>
              </a:defRPr>
            </a:lvl1pPr>
            <a:lvl2pPr algn="l">
              <a:defRPr sz="1050" b="1">
                <a:solidFill>
                  <a:srgbClr val="C7F1D8"/>
                </a:solidFill>
                <a:latin typeface="Inter"/>
                <a:ea typeface="Inter"/>
                <a:cs typeface="Inter"/>
              </a:defRPr>
            </a:lvl2pPr>
            <a:lvl3pPr algn="l">
              <a:defRPr sz="1050" b="1">
                <a:solidFill>
                  <a:srgbClr val="C7F1D8"/>
                </a:solidFill>
                <a:latin typeface="Inter"/>
                <a:ea typeface="Inter"/>
                <a:cs typeface="Inter"/>
              </a:defRPr>
            </a:lvl3pPr>
            <a:lvl4pPr algn="l">
              <a:defRPr sz="1050" b="1">
                <a:solidFill>
                  <a:srgbClr val="C7F1D8"/>
                </a:solidFill>
                <a:latin typeface="Inter"/>
                <a:ea typeface="Inter"/>
                <a:cs typeface="Inter"/>
              </a:defRPr>
            </a:lvl4pPr>
            <a:lvl5pPr algn="l">
              <a:defRPr sz="1050" b="1">
                <a:solidFill>
                  <a:srgbClr val="C7F1D8"/>
                </a:solidFill>
                <a:latin typeface="Inter"/>
                <a:ea typeface="Inter"/>
                <a:cs typeface="Inter"/>
              </a:defRPr>
            </a:lvl5pPr>
            <a:lvl6pPr algn="l">
              <a:defRPr sz="1050" b="1">
                <a:solidFill>
                  <a:srgbClr val="C7F1D8"/>
                </a:solidFill>
                <a:latin typeface="Inter"/>
                <a:ea typeface="Inter"/>
                <a:cs typeface="Inter"/>
              </a:defRPr>
            </a:lvl6pPr>
            <a:lvl7pPr algn="l">
              <a:defRPr sz="1050" b="1">
                <a:solidFill>
                  <a:srgbClr val="C7F1D8"/>
                </a:solidFill>
                <a:latin typeface="Inter"/>
                <a:ea typeface="Inter"/>
                <a:cs typeface="Inter"/>
              </a:defRPr>
            </a:lvl7pPr>
            <a:lvl8pPr algn="l">
              <a:defRPr sz="1050" b="1">
                <a:solidFill>
                  <a:srgbClr val="C7F1D8"/>
                </a:solidFill>
                <a:latin typeface="Inter"/>
                <a:ea typeface="Inter"/>
                <a:cs typeface="Inter"/>
              </a:defRPr>
            </a:lvl8pPr>
            <a:lvl9pPr algn="l">
              <a:defRPr sz="1050" b="1">
                <a:solidFill>
                  <a:srgbClr val="C7F1D8"/>
                </a:solidFill>
                <a:latin typeface="Inter"/>
                <a:ea typeface="Inter"/>
                <a:cs typeface="Inter"/>
              </a:defRPr>
            </a:lvl9pPr>
          </a:lstStyle>
          <a:p xmlns:a="http://schemas.openxmlformats.org/drawingml/2006/main">
            <a:pPr algn="l">
              <a:defRPr sz="1050" b="1">
                <a:solidFill>
                  <a:srgbClr val="C7F1D8"/>
                </a:solidFill>
                <a:latin typeface="Inter"/>
                <a:ea typeface="Inter"/>
                <a:cs typeface="Inter"/>
              </a:defRPr>
            </a:pPr>
            <a:r>
              <a:rPr sz="1050" b="1">
                <a:solidFill>
                  <a:srgbClr val="C7F1D8"/>
                </a:solidFill>
                <a:latin typeface="Inter"/>
                <a:ea typeface="Inter"/>
                <a:cs typeface="Inter"/>
              </a:rPr>
              <a:t>THE PRODUCT PROMISE</a:t>
            </a:r>
          </a:p>
        </p:txBody>
      </p:sp>
      <p:sp>
        <p:nvSpPr>
          <p:cNvPr id="2" name="slide-number">
            <a:extLst xmlns:a="http://schemas.openxmlformats.org/drawingml/2006/main">
              <a:ext uri="{FF2B5EF4-FFF2-40B4-BE49-F238E27FC236}">
                <a16:creationId xmlns:a16="http://schemas.microsoft.com/office/drawing/2014/main" id="{EA1C208A-AD3E-4438-A4DB-8CE939C47904}"/>
              </a:ext>
            </a:extLst>
          </p:cNvPr>
          <p:cNvSpPr>
            <a:spLocks xmlns:a="http://schemas.openxmlformats.org/drawingml/2006/main" noGrp="1"/>
          </p:cNvSpPr>
          <p:nvPr/>
        </p:nvSpPr>
        <p:spPr>
          <a:xfrm xmlns:a="http://schemas.openxmlformats.org/drawingml/2006/main">
            <a:off x="10972800" y="3619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a:solidFill>
                  <a:srgbClr val="AAB3AE"/>
                </a:solidFill>
                <a:latin typeface="Inter"/>
                <a:ea typeface="Inter"/>
                <a:cs typeface="Inter"/>
              </a:defRPr>
            </a:defPPr>
            <a:lvl1pPr algn="r">
              <a:defRPr sz="1050" b="1">
                <a:solidFill>
                  <a:srgbClr val="AAB3AE"/>
                </a:solidFill>
                <a:latin typeface="Inter"/>
                <a:ea typeface="Inter"/>
                <a:cs typeface="Inter"/>
              </a:defRPr>
            </a:lvl1pPr>
            <a:lvl2pPr algn="r">
              <a:defRPr sz="1050" b="1">
                <a:solidFill>
                  <a:srgbClr val="AAB3AE"/>
                </a:solidFill>
                <a:latin typeface="Inter"/>
                <a:ea typeface="Inter"/>
                <a:cs typeface="Inter"/>
              </a:defRPr>
            </a:lvl2pPr>
            <a:lvl3pPr algn="r">
              <a:defRPr sz="1050" b="1">
                <a:solidFill>
                  <a:srgbClr val="AAB3AE"/>
                </a:solidFill>
                <a:latin typeface="Inter"/>
                <a:ea typeface="Inter"/>
                <a:cs typeface="Inter"/>
              </a:defRPr>
            </a:lvl3pPr>
            <a:lvl4pPr algn="r">
              <a:defRPr sz="1050" b="1">
                <a:solidFill>
                  <a:srgbClr val="AAB3AE"/>
                </a:solidFill>
                <a:latin typeface="Inter"/>
                <a:ea typeface="Inter"/>
                <a:cs typeface="Inter"/>
              </a:defRPr>
            </a:lvl4pPr>
            <a:lvl5pPr algn="r">
              <a:defRPr sz="1050" b="1">
                <a:solidFill>
                  <a:srgbClr val="AAB3AE"/>
                </a:solidFill>
                <a:latin typeface="Inter"/>
                <a:ea typeface="Inter"/>
                <a:cs typeface="Inter"/>
              </a:defRPr>
            </a:lvl5pPr>
            <a:lvl6pPr algn="r">
              <a:defRPr sz="1050" b="1">
                <a:solidFill>
                  <a:srgbClr val="AAB3AE"/>
                </a:solidFill>
                <a:latin typeface="Inter"/>
                <a:ea typeface="Inter"/>
                <a:cs typeface="Inter"/>
              </a:defRPr>
            </a:lvl6pPr>
            <a:lvl7pPr algn="r">
              <a:defRPr sz="1050" b="1">
                <a:solidFill>
                  <a:srgbClr val="AAB3AE"/>
                </a:solidFill>
                <a:latin typeface="Inter"/>
                <a:ea typeface="Inter"/>
                <a:cs typeface="Inter"/>
              </a:defRPr>
            </a:lvl7pPr>
            <a:lvl8pPr algn="r">
              <a:defRPr sz="1050" b="1">
                <a:solidFill>
                  <a:srgbClr val="AAB3AE"/>
                </a:solidFill>
                <a:latin typeface="Inter"/>
                <a:ea typeface="Inter"/>
                <a:cs typeface="Inter"/>
              </a:defRPr>
            </a:lvl8pPr>
            <a:lvl9pPr algn="r">
              <a:defRPr sz="1050" b="1">
                <a:solidFill>
                  <a:srgbClr val="AAB3AE"/>
                </a:solidFill>
                <a:latin typeface="Inter"/>
                <a:ea typeface="Inter"/>
                <a:cs typeface="Inter"/>
              </a:defRPr>
            </a:lvl9pPr>
          </a:lstStyle>
          <a:p xmlns:a="http://schemas.openxmlformats.org/drawingml/2006/main">
            <a:pPr algn="r">
              <a:defRPr sz="1050" b="1">
                <a:solidFill>
                  <a:srgbClr val="AAB3AE"/>
                </a:solidFill>
                <a:latin typeface="Inter"/>
                <a:ea typeface="Inter"/>
                <a:cs typeface="Inter"/>
              </a:defRPr>
            </a:pPr>
            <a:r>
              <a:rPr sz="1050" b="1">
                <a:solidFill>
                  <a:srgbClr val="AAB3AE"/>
                </a:solidFill>
                <a:latin typeface="Inter"/>
                <a:ea typeface="Inter"/>
                <a:cs typeface="Inter"/>
              </a:rPr>
              <a:t>08</a:t>
            </a:r>
          </a:p>
        </p:txBody>
      </p:sp>
      <p:sp>
        <p:nvSpPr>
          <p:cNvPr id="3" name="title">
            <a:extLst xmlns:a="http://schemas.openxmlformats.org/drawingml/2006/main">
              <a:ext uri="{FF2B5EF4-FFF2-40B4-BE49-F238E27FC236}">
                <a16:creationId xmlns:a16="http://schemas.microsoft.com/office/drawing/2014/main" id="{421F115F-8B1A-4BF8-A67F-003D111FF93D}"/>
              </a:ext>
            </a:extLst>
          </p:cNvPr>
          <p:cNvSpPr>
            <a:spLocks xmlns:a="http://schemas.openxmlformats.org/drawingml/2006/main" noGrp="1"/>
          </p:cNvSpPr>
          <p:nvPr/>
        </p:nvSpPr>
        <p:spPr>
          <a:xfrm xmlns:a="http://schemas.openxmlformats.org/drawingml/2006/main">
            <a:off x="647700" y="781050"/>
            <a:ext cx="108108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FFFFFF"/>
                </a:solidFill>
                <a:latin typeface="Inter"/>
                <a:ea typeface="Inter"/>
                <a:cs typeface="Inter"/>
              </a:defRPr>
            </a:defPPr>
            <a:lvl1pPr algn="l">
              <a:defRPr sz="3225" b="1">
                <a:solidFill>
                  <a:srgbClr val="FFFFFF"/>
                </a:solidFill>
                <a:latin typeface="Inter"/>
                <a:ea typeface="Inter"/>
                <a:cs typeface="Inter"/>
              </a:defRPr>
            </a:lvl1pPr>
            <a:lvl2pPr algn="l">
              <a:defRPr sz="3225" b="1">
                <a:solidFill>
                  <a:srgbClr val="FFFFFF"/>
                </a:solidFill>
                <a:latin typeface="Inter"/>
                <a:ea typeface="Inter"/>
                <a:cs typeface="Inter"/>
              </a:defRPr>
            </a:lvl2pPr>
            <a:lvl3pPr algn="l">
              <a:defRPr sz="3225" b="1">
                <a:solidFill>
                  <a:srgbClr val="FFFFFF"/>
                </a:solidFill>
                <a:latin typeface="Inter"/>
                <a:ea typeface="Inter"/>
                <a:cs typeface="Inter"/>
              </a:defRPr>
            </a:lvl3pPr>
            <a:lvl4pPr algn="l">
              <a:defRPr sz="3225" b="1">
                <a:solidFill>
                  <a:srgbClr val="FFFFFF"/>
                </a:solidFill>
                <a:latin typeface="Inter"/>
                <a:ea typeface="Inter"/>
                <a:cs typeface="Inter"/>
              </a:defRPr>
            </a:lvl4pPr>
            <a:lvl5pPr algn="l">
              <a:defRPr sz="3225" b="1">
                <a:solidFill>
                  <a:srgbClr val="FFFFFF"/>
                </a:solidFill>
                <a:latin typeface="Inter"/>
                <a:ea typeface="Inter"/>
                <a:cs typeface="Inter"/>
              </a:defRPr>
            </a:lvl5pPr>
            <a:lvl6pPr algn="l">
              <a:defRPr sz="3225" b="1">
                <a:solidFill>
                  <a:srgbClr val="FFFFFF"/>
                </a:solidFill>
                <a:latin typeface="Inter"/>
                <a:ea typeface="Inter"/>
                <a:cs typeface="Inter"/>
              </a:defRPr>
            </a:lvl6pPr>
            <a:lvl7pPr algn="l">
              <a:defRPr sz="3225" b="1">
                <a:solidFill>
                  <a:srgbClr val="FFFFFF"/>
                </a:solidFill>
                <a:latin typeface="Inter"/>
                <a:ea typeface="Inter"/>
                <a:cs typeface="Inter"/>
              </a:defRPr>
            </a:lvl7pPr>
            <a:lvl8pPr algn="l">
              <a:defRPr sz="3225" b="1">
                <a:solidFill>
                  <a:srgbClr val="FFFFFF"/>
                </a:solidFill>
                <a:latin typeface="Inter"/>
                <a:ea typeface="Inter"/>
                <a:cs typeface="Inter"/>
              </a:defRPr>
            </a:lvl8pPr>
            <a:lvl9pPr algn="l">
              <a:defRPr sz="3225" b="1">
                <a:solidFill>
                  <a:srgbClr val="FFFFFF"/>
                </a:solidFill>
                <a:latin typeface="Inter"/>
                <a:ea typeface="Inter"/>
                <a:cs typeface="Inter"/>
              </a:defRPr>
            </a:lvl9pPr>
          </a:lstStyle>
          <a:p xmlns:a="http://schemas.openxmlformats.org/drawingml/2006/main">
            <a:pPr algn="l">
              <a:defRPr sz="3225" b="1">
                <a:solidFill>
                  <a:srgbClr val="FFFFFF"/>
                </a:solidFill>
                <a:latin typeface="Inter"/>
                <a:ea typeface="Inter"/>
                <a:cs typeface="Inter"/>
              </a:defRPr>
            </a:pPr>
            <a:r>
              <a:rPr sz="3225" b="1">
                <a:solidFill>
                  <a:srgbClr val="FFFFFF"/>
                </a:solidFill>
                <a:latin typeface="Inter"/>
                <a:ea typeface="Inter"/>
                <a:cs typeface="Inter"/>
              </a:rPr>
              <a:t>Agents get a clear instruction with every result.</a:t>
            </a:r>
          </a:p>
        </p:txBody>
      </p:sp>
      <p:sp>
        <p:nvSpPr>
          <p:cNvPr id="4" name="title-rule">
            <a:extLst xmlns:a="http://schemas.openxmlformats.org/drawingml/2006/main">
              <a:ext uri="{FF2B5EF4-FFF2-40B4-BE49-F238E27FC236}">
                <a16:creationId xmlns:a16="http://schemas.microsoft.com/office/drawing/2014/main" id="{F60DE9AA-35DD-4C99-9741-CAEBEFA59811}"/>
              </a:ext>
            </a:extLst>
          </p:cNvPr>
          <p:cNvSpPr>
            <a:spLocks xmlns:a="http://schemas.openxmlformats.org/drawingml/2006/main" noGrp="1"/>
          </p:cNvSpPr>
          <p:nvPr/>
        </p:nvSpPr>
        <p:spPr>
          <a:xfrm xmlns:a="http://schemas.openxmlformats.org/drawingml/2006/main">
            <a:off x="647700" y="1695450"/>
            <a:ext cx="10896600" cy="19050"/>
          </a:xfrm>
          <a:prstGeom xmlns:a="http://schemas.openxmlformats.org/drawingml/2006/main" prst="rect">
            <a:avLst/>
          </a:prstGeom>
          <a:solidFill xmlns:a="http://schemas.openxmlformats.org/drawingml/2006/main">
            <a:srgbClr val="C7F1D8"/>
          </a:solidFill>
          <a:ln xmlns:a="http://schemas.openxmlformats.org/drawingml/2006/main" w="0">
            <a:noFill/>
            <a:prstDash val="solid"/>
          </a:ln>
        </p:spPr>
      </p:sp>
      <p:sp>
        <p:nvSpPr>
          <p:cNvPr id="5" name="state-0">
            <a:extLst xmlns:a="http://schemas.openxmlformats.org/drawingml/2006/main">
              <a:ext uri="{FF2B5EF4-FFF2-40B4-BE49-F238E27FC236}">
                <a16:creationId xmlns:a16="http://schemas.microsoft.com/office/drawing/2014/main" id="{EC921B36-DFA2-4198-9F3D-A3092B883B04}"/>
              </a:ext>
            </a:extLst>
          </p:cNvPr>
          <p:cNvSpPr>
            <a:spLocks xmlns:a="http://schemas.openxmlformats.org/drawingml/2006/main" noGrp="1"/>
          </p:cNvSpPr>
          <p:nvPr/>
        </p:nvSpPr>
        <p:spPr>
          <a:xfrm xmlns:a="http://schemas.openxmlformats.org/drawingml/2006/main">
            <a:off x="723900" y="22479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AEB8B1"/>
                </a:solidFill>
                <a:latin typeface="Inter"/>
                <a:ea typeface="Inter"/>
                <a:cs typeface="Inter"/>
              </a:defRPr>
            </a:defPPr>
            <a:lvl1pPr algn="l">
              <a:defRPr sz="1425" b="1">
                <a:solidFill>
                  <a:srgbClr val="AEB8B1"/>
                </a:solidFill>
                <a:latin typeface="Inter"/>
                <a:ea typeface="Inter"/>
                <a:cs typeface="Inter"/>
              </a:defRPr>
            </a:lvl1pPr>
            <a:lvl2pPr algn="l">
              <a:defRPr sz="1425" b="1">
                <a:solidFill>
                  <a:srgbClr val="AEB8B1"/>
                </a:solidFill>
                <a:latin typeface="Inter"/>
                <a:ea typeface="Inter"/>
                <a:cs typeface="Inter"/>
              </a:defRPr>
            </a:lvl2pPr>
            <a:lvl3pPr algn="l">
              <a:defRPr sz="1425" b="1">
                <a:solidFill>
                  <a:srgbClr val="AEB8B1"/>
                </a:solidFill>
                <a:latin typeface="Inter"/>
                <a:ea typeface="Inter"/>
                <a:cs typeface="Inter"/>
              </a:defRPr>
            </a:lvl3pPr>
            <a:lvl4pPr algn="l">
              <a:defRPr sz="1425" b="1">
                <a:solidFill>
                  <a:srgbClr val="AEB8B1"/>
                </a:solidFill>
                <a:latin typeface="Inter"/>
                <a:ea typeface="Inter"/>
                <a:cs typeface="Inter"/>
              </a:defRPr>
            </a:lvl4pPr>
            <a:lvl5pPr algn="l">
              <a:defRPr sz="1425" b="1">
                <a:solidFill>
                  <a:srgbClr val="AEB8B1"/>
                </a:solidFill>
                <a:latin typeface="Inter"/>
                <a:ea typeface="Inter"/>
                <a:cs typeface="Inter"/>
              </a:defRPr>
            </a:lvl5pPr>
            <a:lvl6pPr algn="l">
              <a:defRPr sz="1425" b="1">
                <a:solidFill>
                  <a:srgbClr val="AEB8B1"/>
                </a:solidFill>
                <a:latin typeface="Inter"/>
                <a:ea typeface="Inter"/>
                <a:cs typeface="Inter"/>
              </a:defRPr>
            </a:lvl6pPr>
            <a:lvl7pPr algn="l">
              <a:defRPr sz="1425" b="1">
                <a:solidFill>
                  <a:srgbClr val="AEB8B1"/>
                </a:solidFill>
                <a:latin typeface="Inter"/>
                <a:ea typeface="Inter"/>
                <a:cs typeface="Inter"/>
              </a:defRPr>
            </a:lvl7pPr>
            <a:lvl8pPr algn="l">
              <a:defRPr sz="1425" b="1">
                <a:solidFill>
                  <a:srgbClr val="AEB8B1"/>
                </a:solidFill>
                <a:latin typeface="Inter"/>
                <a:ea typeface="Inter"/>
                <a:cs typeface="Inter"/>
              </a:defRPr>
            </a:lvl8pPr>
            <a:lvl9pPr algn="l">
              <a:defRPr sz="1425" b="1">
                <a:solidFill>
                  <a:srgbClr val="AEB8B1"/>
                </a:solidFill>
                <a:latin typeface="Inter"/>
                <a:ea typeface="Inter"/>
                <a:cs typeface="Inter"/>
              </a:defRPr>
            </a:lvl9pPr>
          </a:lstStyle>
          <a:p xmlns:a="http://schemas.openxmlformats.org/drawingml/2006/main">
            <a:pPr algn="l">
              <a:defRPr sz="1425" b="1">
                <a:solidFill>
                  <a:srgbClr val="AEB8B1"/>
                </a:solidFill>
                <a:latin typeface="Inter"/>
                <a:ea typeface="Inter"/>
                <a:cs typeface="Inter"/>
              </a:defRPr>
            </a:pPr>
            <a:r>
              <a:rPr sz="1425" b="1">
                <a:solidFill>
                  <a:srgbClr val="AEB8B1"/>
                </a:solidFill>
                <a:latin typeface="Inter"/>
                <a:ea typeface="Inter"/>
                <a:cs typeface="Inter"/>
              </a:rPr>
              <a:t>SUPPORTED / QUALIFIED</a:t>
            </a:r>
          </a:p>
        </p:txBody>
      </p:sp>
      <p:sp>
        <p:nvSpPr>
          <p:cNvPr id="6" name="action-0">
            <a:extLst xmlns:a="http://schemas.openxmlformats.org/drawingml/2006/main">
              <a:ext uri="{FF2B5EF4-FFF2-40B4-BE49-F238E27FC236}">
                <a16:creationId xmlns:a16="http://schemas.microsoft.com/office/drawing/2014/main" id="{2EC9CED1-6CCE-40E4-A47D-2C690BB6EB87}"/>
              </a:ext>
            </a:extLst>
          </p:cNvPr>
          <p:cNvSpPr>
            <a:spLocks xmlns:a="http://schemas.openxmlformats.org/drawingml/2006/main" noGrp="1"/>
          </p:cNvSpPr>
          <p:nvPr/>
        </p:nvSpPr>
        <p:spPr>
          <a:xfrm xmlns:a="http://schemas.openxmlformats.org/drawingml/2006/main">
            <a:off x="6381750" y="220027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C7F1D8"/>
                </a:solidFill>
                <a:latin typeface="Inter"/>
                <a:ea typeface="Inter"/>
                <a:cs typeface="Inter"/>
              </a:defRPr>
            </a:defPPr>
            <a:lvl1pPr algn="l">
              <a:defRPr sz="2100" b="1">
                <a:solidFill>
                  <a:srgbClr val="C7F1D8"/>
                </a:solidFill>
                <a:latin typeface="Inter"/>
                <a:ea typeface="Inter"/>
                <a:cs typeface="Inter"/>
              </a:defRPr>
            </a:lvl1pPr>
            <a:lvl2pPr algn="l">
              <a:defRPr sz="2100" b="1">
                <a:solidFill>
                  <a:srgbClr val="C7F1D8"/>
                </a:solidFill>
                <a:latin typeface="Inter"/>
                <a:ea typeface="Inter"/>
                <a:cs typeface="Inter"/>
              </a:defRPr>
            </a:lvl2pPr>
            <a:lvl3pPr algn="l">
              <a:defRPr sz="2100" b="1">
                <a:solidFill>
                  <a:srgbClr val="C7F1D8"/>
                </a:solidFill>
                <a:latin typeface="Inter"/>
                <a:ea typeface="Inter"/>
                <a:cs typeface="Inter"/>
              </a:defRPr>
            </a:lvl3pPr>
            <a:lvl4pPr algn="l">
              <a:defRPr sz="2100" b="1">
                <a:solidFill>
                  <a:srgbClr val="C7F1D8"/>
                </a:solidFill>
                <a:latin typeface="Inter"/>
                <a:ea typeface="Inter"/>
                <a:cs typeface="Inter"/>
              </a:defRPr>
            </a:lvl4pPr>
            <a:lvl5pPr algn="l">
              <a:defRPr sz="2100" b="1">
                <a:solidFill>
                  <a:srgbClr val="C7F1D8"/>
                </a:solidFill>
                <a:latin typeface="Inter"/>
                <a:ea typeface="Inter"/>
                <a:cs typeface="Inter"/>
              </a:defRPr>
            </a:lvl5pPr>
            <a:lvl6pPr algn="l">
              <a:defRPr sz="2100" b="1">
                <a:solidFill>
                  <a:srgbClr val="C7F1D8"/>
                </a:solidFill>
                <a:latin typeface="Inter"/>
                <a:ea typeface="Inter"/>
                <a:cs typeface="Inter"/>
              </a:defRPr>
            </a:lvl6pPr>
            <a:lvl7pPr algn="l">
              <a:defRPr sz="2100" b="1">
                <a:solidFill>
                  <a:srgbClr val="C7F1D8"/>
                </a:solidFill>
                <a:latin typeface="Inter"/>
                <a:ea typeface="Inter"/>
                <a:cs typeface="Inter"/>
              </a:defRPr>
            </a:lvl7pPr>
            <a:lvl8pPr algn="l">
              <a:defRPr sz="2100" b="1">
                <a:solidFill>
                  <a:srgbClr val="C7F1D8"/>
                </a:solidFill>
                <a:latin typeface="Inter"/>
                <a:ea typeface="Inter"/>
                <a:cs typeface="Inter"/>
              </a:defRPr>
            </a:lvl8pPr>
            <a:lvl9pPr algn="l">
              <a:defRPr sz="2100" b="1">
                <a:solidFill>
                  <a:srgbClr val="C7F1D8"/>
                </a:solidFill>
                <a:latin typeface="Inter"/>
                <a:ea typeface="Inter"/>
                <a:cs typeface="Inter"/>
              </a:defRPr>
            </a:lvl9pPr>
          </a:lstStyle>
          <a:p xmlns:a="http://schemas.openxmlformats.org/drawingml/2006/main">
            <a:pPr algn="l">
              <a:defRPr sz="2100" b="1">
                <a:solidFill>
                  <a:srgbClr val="C7F1D8"/>
                </a:solidFill>
                <a:latin typeface="Inter"/>
                <a:ea typeface="Inter"/>
                <a:cs typeface="Inter"/>
              </a:defRPr>
            </a:pPr>
            <a:r>
              <a:rPr sz="2100" b="1">
                <a:solidFill>
                  <a:srgbClr val="C7F1D8"/>
                </a:solidFill>
                <a:latin typeface="Inter"/>
                <a:ea typeface="Inter"/>
                <a:cs typeface="Inter"/>
              </a:rPr>
              <a:t>PROCEED AND CITE</a:t>
            </a:r>
          </a:p>
        </p:txBody>
      </p:sp>
      <p:sp>
        <p:nvSpPr>
          <p:cNvPr id="7" name="row-line-0">
            <a:extLst xmlns:a="http://schemas.openxmlformats.org/drawingml/2006/main">
              <a:ext uri="{FF2B5EF4-FFF2-40B4-BE49-F238E27FC236}">
                <a16:creationId xmlns:a16="http://schemas.microsoft.com/office/drawing/2014/main" id="{FE313113-8B0F-4970-9345-1FB00CCC63CF}"/>
              </a:ext>
            </a:extLst>
          </p:cNvPr>
          <p:cNvSpPr>
            <a:spLocks xmlns:a="http://schemas.openxmlformats.org/drawingml/2006/main" noGrp="1"/>
          </p:cNvSpPr>
          <p:nvPr/>
        </p:nvSpPr>
        <p:spPr>
          <a:xfrm xmlns:a="http://schemas.openxmlformats.org/drawingml/2006/main">
            <a:off x="723900" y="2876550"/>
            <a:ext cx="10744200" cy="9525"/>
          </a:xfrm>
          <a:prstGeom xmlns:a="http://schemas.openxmlformats.org/drawingml/2006/main" prst="rect">
            <a:avLst/>
          </a:prstGeom>
          <a:solidFill xmlns:a="http://schemas.openxmlformats.org/drawingml/2006/main">
            <a:srgbClr val="414A44"/>
          </a:solidFill>
          <a:ln xmlns:a="http://schemas.openxmlformats.org/drawingml/2006/main" w="0">
            <a:noFill/>
            <a:prstDash val="solid"/>
          </a:ln>
        </p:spPr>
      </p:sp>
      <p:sp>
        <p:nvSpPr>
          <p:cNvPr id="8" name="state-1">
            <a:extLst xmlns:a="http://schemas.openxmlformats.org/drawingml/2006/main">
              <a:ext uri="{FF2B5EF4-FFF2-40B4-BE49-F238E27FC236}">
                <a16:creationId xmlns:a16="http://schemas.microsoft.com/office/drawing/2014/main" id="{2BB35A5C-54BA-49EE-849F-4FD1567A91C2}"/>
              </a:ext>
            </a:extLst>
          </p:cNvPr>
          <p:cNvSpPr>
            <a:spLocks xmlns:a="http://schemas.openxmlformats.org/drawingml/2006/main" noGrp="1"/>
          </p:cNvSpPr>
          <p:nvPr/>
        </p:nvSpPr>
        <p:spPr>
          <a:xfrm xmlns:a="http://schemas.openxmlformats.org/drawingml/2006/main">
            <a:off x="723900" y="3238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AEB8B1"/>
                </a:solidFill>
                <a:latin typeface="Inter"/>
                <a:ea typeface="Inter"/>
                <a:cs typeface="Inter"/>
              </a:defRPr>
            </a:defPPr>
            <a:lvl1pPr algn="l">
              <a:defRPr sz="1425" b="1">
                <a:solidFill>
                  <a:srgbClr val="AEB8B1"/>
                </a:solidFill>
                <a:latin typeface="Inter"/>
                <a:ea typeface="Inter"/>
                <a:cs typeface="Inter"/>
              </a:defRPr>
            </a:lvl1pPr>
            <a:lvl2pPr algn="l">
              <a:defRPr sz="1425" b="1">
                <a:solidFill>
                  <a:srgbClr val="AEB8B1"/>
                </a:solidFill>
                <a:latin typeface="Inter"/>
                <a:ea typeface="Inter"/>
                <a:cs typeface="Inter"/>
              </a:defRPr>
            </a:lvl2pPr>
            <a:lvl3pPr algn="l">
              <a:defRPr sz="1425" b="1">
                <a:solidFill>
                  <a:srgbClr val="AEB8B1"/>
                </a:solidFill>
                <a:latin typeface="Inter"/>
                <a:ea typeface="Inter"/>
                <a:cs typeface="Inter"/>
              </a:defRPr>
            </a:lvl3pPr>
            <a:lvl4pPr algn="l">
              <a:defRPr sz="1425" b="1">
                <a:solidFill>
                  <a:srgbClr val="AEB8B1"/>
                </a:solidFill>
                <a:latin typeface="Inter"/>
                <a:ea typeface="Inter"/>
                <a:cs typeface="Inter"/>
              </a:defRPr>
            </a:lvl4pPr>
            <a:lvl5pPr algn="l">
              <a:defRPr sz="1425" b="1">
                <a:solidFill>
                  <a:srgbClr val="AEB8B1"/>
                </a:solidFill>
                <a:latin typeface="Inter"/>
                <a:ea typeface="Inter"/>
                <a:cs typeface="Inter"/>
              </a:defRPr>
            </a:lvl5pPr>
            <a:lvl6pPr algn="l">
              <a:defRPr sz="1425" b="1">
                <a:solidFill>
                  <a:srgbClr val="AEB8B1"/>
                </a:solidFill>
                <a:latin typeface="Inter"/>
                <a:ea typeface="Inter"/>
                <a:cs typeface="Inter"/>
              </a:defRPr>
            </a:lvl6pPr>
            <a:lvl7pPr algn="l">
              <a:defRPr sz="1425" b="1">
                <a:solidFill>
                  <a:srgbClr val="AEB8B1"/>
                </a:solidFill>
                <a:latin typeface="Inter"/>
                <a:ea typeface="Inter"/>
                <a:cs typeface="Inter"/>
              </a:defRPr>
            </a:lvl7pPr>
            <a:lvl8pPr algn="l">
              <a:defRPr sz="1425" b="1">
                <a:solidFill>
                  <a:srgbClr val="AEB8B1"/>
                </a:solidFill>
                <a:latin typeface="Inter"/>
                <a:ea typeface="Inter"/>
                <a:cs typeface="Inter"/>
              </a:defRPr>
            </a:lvl8pPr>
            <a:lvl9pPr algn="l">
              <a:defRPr sz="1425" b="1">
                <a:solidFill>
                  <a:srgbClr val="AEB8B1"/>
                </a:solidFill>
                <a:latin typeface="Inter"/>
                <a:ea typeface="Inter"/>
                <a:cs typeface="Inter"/>
              </a:defRPr>
            </a:lvl9pPr>
          </a:lstStyle>
          <a:p xmlns:a="http://schemas.openxmlformats.org/drawingml/2006/main">
            <a:pPr algn="l">
              <a:defRPr sz="1425" b="1">
                <a:solidFill>
                  <a:srgbClr val="AEB8B1"/>
                </a:solidFill>
                <a:latin typeface="Inter"/>
                <a:ea typeface="Inter"/>
                <a:cs typeface="Inter"/>
              </a:defRPr>
            </a:pPr>
            <a:r>
              <a:rPr sz="1425" b="1">
                <a:solidFill>
                  <a:srgbClr val="AEB8B1"/>
                </a:solidFill>
                <a:latin typeface="Inter"/>
                <a:ea typeface="Inter"/>
                <a:cs typeface="Inter"/>
              </a:rPr>
              <a:t>MISSING EVIDENCE / CONFLICT</a:t>
            </a:r>
          </a:p>
        </p:txBody>
      </p:sp>
      <p:sp>
        <p:nvSpPr>
          <p:cNvPr id="9" name="action-1">
            <a:extLst xmlns:a="http://schemas.openxmlformats.org/drawingml/2006/main">
              <a:ext uri="{FF2B5EF4-FFF2-40B4-BE49-F238E27FC236}">
                <a16:creationId xmlns:a16="http://schemas.microsoft.com/office/drawing/2014/main" id="{6D7A9EE0-727B-4645-AF52-B2353EDF90FD}"/>
              </a:ext>
            </a:extLst>
          </p:cNvPr>
          <p:cNvSpPr>
            <a:spLocks xmlns:a="http://schemas.openxmlformats.org/drawingml/2006/main" noGrp="1"/>
          </p:cNvSpPr>
          <p:nvPr/>
        </p:nvSpPr>
        <p:spPr>
          <a:xfrm xmlns:a="http://schemas.openxmlformats.org/drawingml/2006/main">
            <a:off x="6381750" y="319087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FFD76A"/>
                </a:solidFill>
                <a:latin typeface="Inter"/>
                <a:ea typeface="Inter"/>
                <a:cs typeface="Inter"/>
              </a:defRPr>
            </a:defPPr>
            <a:lvl1pPr algn="l">
              <a:defRPr sz="2100" b="1">
                <a:solidFill>
                  <a:srgbClr val="FFD76A"/>
                </a:solidFill>
                <a:latin typeface="Inter"/>
                <a:ea typeface="Inter"/>
                <a:cs typeface="Inter"/>
              </a:defRPr>
            </a:lvl1pPr>
            <a:lvl2pPr algn="l">
              <a:defRPr sz="2100" b="1">
                <a:solidFill>
                  <a:srgbClr val="FFD76A"/>
                </a:solidFill>
                <a:latin typeface="Inter"/>
                <a:ea typeface="Inter"/>
                <a:cs typeface="Inter"/>
              </a:defRPr>
            </a:lvl2pPr>
            <a:lvl3pPr algn="l">
              <a:defRPr sz="2100" b="1">
                <a:solidFill>
                  <a:srgbClr val="FFD76A"/>
                </a:solidFill>
                <a:latin typeface="Inter"/>
                <a:ea typeface="Inter"/>
                <a:cs typeface="Inter"/>
              </a:defRPr>
            </a:lvl3pPr>
            <a:lvl4pPr algn="l">
              <a:defRPr sz="2100" b="1">
                <a:solidFill>
                  <a:srgbClr val="FFD76A"/>
                </a:solidFill>
                <a:latin typeface="Inter"/>
                <a:ea typeface="Inter"/>
                <a:cs typeface="Inter"/>
              </a:defRPr>
            </a:lvl4pPr>
            <a:lvl5pPr algn="l">
              <a:defRPr sz="2100" b="1">
                <a:solidFill>
                  <a:srgbClr val="FFD76A"/>
                </a:solidFill>
                <a:latin typeface="Inter"/>
                <a:ea typeface="Inter"/>
                <a:cs typeface="Inter"/>
              </a:defRPr>
            </a:lvl5pPr>
            <a:lvl6pPr algn="l">
              <a:defRPr sz="2100" b="1">
                <a:solidFill>
                  <a:srgbClr val="FFD76A"/>
                </a:solidFill>
                <a:latin typeface="Inter"/>
                <a:ea typeface="Inter"/>
                <a:cs typeface="Inter"/>
              </a:defRPr>
            </a:lvl6pPr>
            <a:lvl7pPr algn="l">
              <a:defRPr sz="2100" b="1">
                <a:solidFill>
                  <a:srgbClr val="FFD76A"/>
                </a:solidFill>
                <a:latin typeface="Inter"/>
                <a:ea typeface="Inter"/>
                <a:cs typeface="Inter"/>
              </a:defRPr>
            </a:lvl7pPr>
            <a:lvl8pPr algn="l">
              <a:defRPr sz="2100" b="1">
                <a:solidFill>
                  <a:srgbClr val="FFD76A"/>
                </a:solidFill>
                <a:latin typeface="Inter"/>
                <a:ea typeface="Inter"/>
                <a:cs typeface="Inter"/>
              </a:defRPr>
            </a:lvl8pPr>
            <a:lvl9pPr algn="l">
              <a:defRPr sz="2100" b="1">
                <a:solidFill>
                  <a:srgbClr val="FFD76A"/>
                </a:solidFill>
                <a:latin typeface="Inter"/>
                <a:ea typeface="Inter"/>
                <a:cs typeface="Inter"/>
              </a:defRPr>
            </a:lvl9pPr>
          </a:lstStyle>
          <a:p xmlns:a="http://schemas.openxmlformats.org/drawingml/2006/main">
            <a:pPr algn="l">
              <a:defRPr sz="2100" b="1">
                <a:solidFill>
                  <a:srgbClr val="FFD76A"/>
                </a:solidFill>
                <a:latin typeface="Inter"/>
                <a:ea typeface="Inter"/>
                <a:cs typeface="Inter"/>
              </a:defRPr>
            </a:pPr>
            <a:r>
              <a:rPr sz="2100" b="1">
                <a:solidFill>
                  <a:srgbClr val="FFD76A"/>
                </a:solidFill>
                <a:latin typeface="Inter"/>
                <a:ea typeface="Inter"/>
                <a:cs typeface="Inter"/>
              </a:rPr>
              <a:t>ASK A PERSON</a:t>
            </a:r>
          </a:p>
        </p:txBody>
      </p:sp>
      <p:sp>
        <p:nvSpPr>
          <p:cNvPr id="10" name="row-line-1">
            <a:extLst xmlns:a="http://schemas.openxmlformats.org/drawingml/2006/main">
              <a:ext uri="{FF2B5EF4-FFF2-40B4-BE49-F238E27FC236}">
                <a16:creationId xmlns:a16="http://schemas.microsoft.com/office/drawing/2014/main" id="{D17F0FBC-4A88-40BE-9F98-C60FECD6A266}"/>
              </a:ext>
            </a:extLst>
          </p:cNvPr>
          <p:cNvSpPr>
            <a:spLocks xmlns:a="http://schemas.openxmlformats.org/drawingml/2006/main" noGrp="1"/>
          </p:cNvSpPr>
          <p:nvPr/>
        </p:nvSpPr>
        <p:spPr>
          <a:xfrm xmlns:a="http://schemas.openxmlformats.org/drawingml/2006/main">
            <a:off x="723900" y="3867150"/>
            <a:ext cx="10744200" cy="9525"/>
          </a:xfrm>
          <a:prstGeom xmlns:a="http://schemas.openxmlformats.org/drawingml/2006/main" prst="rect">
            <a:avLst/>
          </a:prstGeom>
          <a:solidFill xmlns:a="http://schemas.openxmlformats.org/drawingml/2006/main">
            <a:srgbClr val="414A44"/>
          </a:solidFill>
          <a:ln xmlns:a="http://schemas.openxmlformats.org/drawingml/2006/main" w="0">
            <a:noFill/>
            <a:prstDash val="solid"/>
          </a:ln>
        </p:spPr>
      </p:sp>
      <p:sp>
        <p:nvSpPr>
          <p:cNvPr id="11" name="state-2">
            <a:extLst xmlns:a="http://schemas.openxmlformats.org/drawingml/2006/main">
              <a:ext uri="{FF2B5EF4-FFF2-40B4-BE49-F238E27FC236}">
                <a16:creationId xmlns:a16="http://schemas.microsoft.com/office/drawing/2014/main" id="{7751137C-0E66-4378-9426-955FC026022D}"/>
              </a:ext>
            </a:extLst>
          </p:cNvPr>
          <p:cNvSpPr>
            <a:spLocks xmlns:a="http://schemas.openxmlformats.org/drawingml/2006/main" noGrp="1"/>
          </p:cNvSpPr>
          <p:nvPr/>
        </p:nvSpPr>
        <p:spPr>
          <a:xfrm xmlns:a="http://schemas.openxmlformats.org/drawingml/2006/main">
            <a:off x="723900" y="42291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AEB8B1"/>
                </a:solidFill>
                <a:latin typeface="Inter"/>
                <a:ea typeface="Inter"/>
                <a:cs typeface="Inter"/>
              </a:defRPr>
            </a:defPPr>
            <a:lvl1pPr algn="l">
              <a:defRPr sz="1425" b="1">
                <a:solidFill>
                  <a:srgbClr val="AEB8B1"/>
                </a:solidFill>
                <a:latin typeface="Inter"/>
                <a:ea typeface="Inter"/>
                <a:cs typeface="Inter"/>
              </a:defRPr>
            </a:lvl1pPr>
            <a:lvl2pPr algn="l">
              <a:defRPr sz="1425" b="1">
                <a:solidFill>
                  <a:srgbClr val="AEB8B1"/>
                </a:solidFill>
                <a:latin typeface="Inter"/>
                <a:ea typeface="Inter"/>
                <a:cs typeface="Inter"/>
              </a:defRPr>
            </a:lvl2pPr>
            <a:lvl3pPr algn="l">
              <a:defRPr sz="1425" b="1">
                <a:solidFill>
                  <a:srgbClr val="AEB8B1"/>
                </a:solidFill>
                <a:latin typeface="Inter"/>
                <a:ea typeface="Inter"/>
                <a:cs typeface="Inter"/>
              </a:defRPr>
            </a:lvl3pPr>
            <a:lvl4pPr algn="l">
              <a:defRPr sz="1425" b="1">
                <a:solidFill>
                  <a:srgbClr val="AEB8B1"/>
                </a:solidFill>
                <a:latin typeface="Inter"/>
                <a:ea typeface="Inter"/>
                <a:cs typeface="Inter"/>
              </a:defRPr>
            </a:lvl4pPr>
            <a:lvl5pPr algn="l">
              <a:defRPr sz="1425" b="1">
                <a:solidFill>
                  <a:srgbClr val="AEB8B1"/>
                </a:solidFill>
                <a:latin typeface="Inter"/>
                <a:ea typeface="Inter"/>
                <a:cs typeface="Inter"/>
              </a:defRPr>
            </a:lvl5pPr>
            <a:lvl6pPr algn="l">
              <a:defRPr sz="1425" b="1">
                <a:solidFill>
                  <a:srgbClr val="AEB8B1"/>
                </a:solidFill>
                <a:latin typeface="Inter"/>
                <a:ea typeface="Inter"/>
                <a:cs typeface="Inter"/>
              </a:defRPr>
            </a:lvl6pPr>
            <a:lvl7pPr algn="l">
              <a:defRPr sz="1425" b="1">
                <a:solidFill>
                  <a:srgbClr val="AEB8B1"/>
                </a:solidFill>
                <a:latin typeface="Inter"/>
                <a:ea typeface="Inter"/>
                <a:cs typeface="Inter"/>
              </a:defRPr>
            </a:lvl7pPr>
            <a:lvl8pPr algn="l">
              <a:defRPr sz="1425" b="1">
                <a:solidFill>
                  <a:srgbClr val="AEB8B1"/>
                </a:solidFill>
                <a:latin typeface="Inter"/>
                <a:ea typeface="Inter"/>
                <a:cs typeface="Inter"/>
              </a:defRPr>
            </a:lvl8pPr>
            <a:lvl9pPr algn="l">
              <a:defRPr sz="1425" b="1">
                <a:solidFill>
                  <a:srgbClr val="AEB8B1"/>
                </a:solidFill>
                <a:latin typeface="Inter"/>
                <a:ea typeface="Inter"/>
                <a:cs typeface="Inter"/>
              </a:defRPr>
            </a:lvl9pPr>
          </a:lstStyle>
          <a:p xmlns:a="http://schemas.openxmlformats.org/drawingml/2006/main">
            <a:pPr algn="l">
              <a:defRPr sz="1425" b="1">
                <a:solidFill>
                  <a:srgbClr val="AEB8B1"/>
                </a:solidFill>
                <a:latin typeface="Inter"/>
                <a:ea typeface="Inter"/>
                <a:cs typeface="Inter"/>
              </a:defRPr>
            </a:pPr>
            <a:r>
              <a:rPr sz="1425" b="1">
                <a:solidFill>
                  <a:srgbClr val="AEB8B1"/>
                </a:solidFill>
                <a:latin typeface="Inter"/>
                <a:ea typeface="Inter"/>
                <a:cs typeface="Inter"/>
              </a:rPr>
              <a:t>NO KNOWLEDGE</a:t>
            </a:r>
          </a:p>
        </p:txBody>
      </p:sp>
      <p:sp>
        <p:nvSpPr>
          <p:cNvPr id="12" name="action-2">
            <a:extLst xmlns:a="http://schemas.openxmlformats.org/drawingml/2006/main">
              <a:ext uri="{FF2B5EF4-FFF2-40B4-BE49-F238E27FC236}">
                <a16:creationId xmlns:a16="http://schemas.microsoft.com/office/drawing/2014/main" id="{703E2A03-A783-4126-8B1C-AA9554FD59BE}"/>
              </a:ext>
            </a:extLst>
          </p:cNvPr>
          <p:cNvSpPr>
            <a:spLocks xmlns:a="http://schemas.openxmlformats.org/drawingml/2006/main" noGrp="1"/>
          </p:cNvSpPr>
          <p:nvPr/>
        </p:nvSpPr>
        <p:spPr>
          <a:xfrm xmlns:a="http://schemas.openxmlformats.org/drawingml/2006/main">
            <a:off x="6381750" y="418147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FFD76A"/>
                </a:solidFill>
                <a:latin typeface="Inter"/>
                <a:ea typeface="Inter"/>
                <a:cs typeface="Inter"/>
              </a:defRPr>
            </a:defPPr>
            <a:lvl1pPr algn="l">
              <a:defRPr sz="2100" b="1">
                <a:solidFill>
                  <a:srgbClr val="FFD76A"/>
                </a:solidFill>
                <a:latin typeface="Inter"/>
                <a:ea typeface="Inter"/>
                <a:cs typeface="Inter"/>
              </a:defRPr>
            </a:lvl1pPr>
            <a:lvl2pPr algn="l">
              <a:defRPr sz="2100" b="1">
                <a:solidFill>
                  <a:srgbClr val="FFD76A"/>
                </a:solidFill>
                <a:latin typeface="Inter"/>
                <a:ea typeface="Inter"/>
                <a:cs typeface="Inter"/>
              </a:defRPr>
            </a:lvl2pPr>
            <a:lvl3pPr algn="l">
              <a:defRPr sz="2100" b="1">
                <a:solidFill>
                  <a:srgbClr val="FFD76A"/>
                </a:solidFill>
                <a:latin typeface="Inter"/>
                <a:ea typeface="Inter"/>
                <a:cs typeface="Inter"/>
              </a:defRPr>
            </a:lvl3pPr>
            <a:lvl4pPr algn="l">
              <a:defRPr sz="2100" b="1">
                <a:solidFill>
                  <a:srgbClr val="FFD76A"/>
                </a:solidFill>
                <a:latin typeface="Inter"/>
                <a:ea typeface="Inter"/>
                <a:cs typeface="Inter"/>
              </a:defRPr>
            </a:lvl4pPr>
            <a:lvl5pPr algn="l">
              <a:defRPr sz="2100" b="1">
                <a:solidFill>
                  <a:srgbClr val="FFD76A"/>
                </a:solidFill>
                <a:latin typeface="Inter"/>
                <a:ea typeface="Inter"/>
                <a:cs typeface="Inter"/>
              </a:defRPr>
            </a:lvl5pPr>
            <a:lvl6pPr algn="l">
              <a:defRPr sz="2100" b="1">
                <a:solidFill>
                  <a:srgbClr val="FFD76A"/>
                </a:solidFill>
                <a:latin typeface="Inter"/>
                <a:ea typeface="Inter"/>
                <a:cs typeface="Inter"/>
              </a:defRPr>
            </a:lvl6pPr>
            <a:lvl7pPr algn="l">
              <a:defRPr sz="2100" b="1">
                <a:solidFill>
                  <a:srgbClr val="FFD76A"/>
                </a:solidFill>
                <a:latin typeface="Inter"/>
                <a:ea typeface="Inter"/>
                <a:cs typeface="Inter"/>
              </a:defRPr>
            </a:lvl7pPr>
            <a:lvl8pPr algn="l">
              <a:defRPr sz="2100" b="1">
                <a:solidFill>
                  <a:srgbClr val="FFD76A"/>
                </a:solidFill>
                <a:latin typeface="Inter"/>
                <a:ea typeface="Inter"/>
                <a:cs typeface="Inter"/>
              </a:defRPr>
            </a:lvl8pPr>
            <a:lvl9pPr algn="l">
              <a:defRPr sz="2100" b="1">
                <a:solidFill>
                  <a:srgbClr val="FFD76A"/>
                </a:solidFill>
                <a:latin typeface="Inter"/>
                <a:ea typeface="Inter"/>
                <a:cs typeface="Inter"/>
              </a:defRPr>
            </a:lvl9pPr>
          </a:lstStyle>
          <a:p xmlns:a="http://schemas.openxmlformats.org/drawingml/2006/main">
            <a:pPr algn="l">
              <a:defRPr sz="2100" b="1">
                <a:solidFill>
                  <a:srgbClr val="FFD76A"/>
                </a:solidFill>
                <a:latin typeface="Inter"/>
                <a:ea typeface="Inter"/>
                <a:cs typeface="Inter"/>
              </a:defRPr>
            </a:pPr>
            <a:r>
              <a:rPr sz="2100" b="1">
                <a:solidFill>
                  <a:srgbClr val="FFD76A"/>
                </a:solidFill>
                <a:latin typeface="Inter"/>
                <a:ea typeface="Inter"/>
                <a:cs typeface="Inter"/>
              </a:rPr>
              <a:t>REPORT NO SOURCE</a:t>
            </a:r>
          </a:p>
        </p:txBody>
      </p:sp>
      <p:sp>
        <p:nvSpPr>
          <p:cNvPr id="13" name="close">
            <a:extLst xmlns:a="http://schemas.openxmlformats.org/drawingml/2006/main">
              <a:ext uri="{FF2B5EF4-FFF2-40B4-BE49-F238E27FC236}">
                <a16:creationId xmlns:a16="http://schemas.microsoft.com/office/drawing/2014/main" id="{F38E2787-7ED8-467A-994E-43603FA442C2}"/>
              </a:ext>
            </a:extLst>
          </p:cNvPr>
          <p:cNvSpPr>
            <a:spLocks xmlns:a="http://schemas.openxmlformats.org/drawingml/2006/main" noGrp="1"/>
          </p:cNvSpPr>
          <p:nvPr/>
        </p:nvSpPr>
        <p:spPr>
          <a:xfrm xmlns:a="http://schemas.openxmlformats.org/drawingml/2006/main">
            <a:off x="723900" y="5619750"/>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FFFFFF"/>
                </a:solidFill>
                <a:latin typeface="Inter"/>
                <a:ea typeface="Inter"/>
                <a:cs typeface="Inter"/>
              </a:defRPr>
            </a:defPPr>
            <a:lvl1pPr algn="l">
              <a:defRPr sz="1875" b="1">
                <a:solidFill>
                  <a:srgbClr val="FFFFFF"/>
                </a:solidFill>
                <a:latin typeface="Inter"/>
                <a:ea typeface="Inter"/>
                <a:cs typeface="Inter"/>
              </a:defRPr>
            </a:lvl1pPr>
            <a:lvl2pPr algn="l">
              <a:defRPr sz="1875" b="1">
                <a:solidFill>
                  <a:srgbClr val="FFFFFF"/>
                </a:solidFill>
                <a:latin typeface="Inter"/>
                <a:ea typeface="Inter"/>
                <a:cs typeface="Inter"/>
              </a:defRPr>
            </a:lvl2pPr>
            <a:lvl3pPr algn="l">
              <a:defRPr sz="1875" b="1">
                <a:solidFill>
                  <a:srgbClr val="FFFFFF"/>
                </a:solidFill>
                <a:latin typeface="Inter"/>
                <a:ea typeface="Inter"/>
                <a:cs typeface="Inter"/>
              </a:defRPr>
            </a:lvl3pPr>
            <a:lvl4pPr algn="l">
              <a:defRPr sz="1875" b="1">
                <a:solidFill>
                  <a:srgbClr val="FFFFFF"/>
                </a:solidFill>
                <a:latin typeface="Inter"/>
                <a:ea typeface="Inter"/>
                <a:cs typeface="Inter"/>
              </a:defRPr>
            </a:lvl4pPr>
            <a:lvl5pPr algn="l">
              <a:defRPr sz="1875" b="1">
                <a:solidFill>
                  <a:srgbClr val="FFFFFF"/>
                </a:solidFill>
                <a:latin typeface="Inter"/>
                <a:ea typeface="Inter"/>
                <a:cs typeface="Inter"/>
              </a:defRPr>
            </a:lvl5pPr>
            <a:lvl6pPr algn="l">
              <a:defRPr sz="1875" b="1">
                <a:solidFill>
                  <a:srgbClr val="FFFFFF"/>
                </a:solidFill>
                <a:latin typeface="Inter"/>
                <a:ea typeface="Inter"/>
                <a:cs typeface="Inter"/>
              </a:defRPr>
            </a:lvl6pPr>
            <a:lvl7pPr algn="l">
              <a:defRPr sz="1875" b="1">
                <a:solidFill>
                  <a:srgbClr val="FFFFFF"/>
                </a:solidFill>
                <a:latin typeface="Inter"/>
                <a:ea typeface="Inter"/>
                <a:cs typeface="Inter"/>
              </a:defRPr>
            </a:lvl7pPr>
            <a:lvl8pPr algn="l">
              <a:defRPr sz="1875" b="1">
                <a:solidFill>
                  <a:srgbClr val="FFFFFF"/>
                </a:solidFill>
                <a:latin typeface="Inter"/>
                <a:ea typeface="Inter"/>
                <a:cs typeface="Inter"/>
              </a:defRPr>
            </a:lvl8pPr>
            <a:lvl9pPr algn="l">
              <a:defRPr sz="1875" b="1">
                <a:solidFill>
                  <a:srgbClr val="FFFFFF"/>
                </a:solidFill>
                <a:latin typeface="Inter"/>
                <a:ea typeface="Inter"/>
                <a:cs typeface="Inter"/>
              </a:defRPr>
            </a:lvl9pPr>
          </a:lstStyle>
          <a:p xmlns:a="http://schemas.openxmlformats.org/drawingml/2006/main">
            <a:pPr algn="l">
              <a:defRPr sz="1875" b="1">
                <a:solidFill>
                  <a:srgbClr val="FFFFFF"/>
                </a:solidFill>
                <a:latin typeface="Inter"/>
                <a:ea typeface="Inter"/>
                <a:cs typeface="Inter"/>
              </a:defRPr>
            </a:pPr>
            <a:r>
              <a:rPr sz="1875" b="1">
                <a:solidFill>
                  <a:srgbClr val="FFFFFF"/>
                </a:solidFill>
                <a:latin typeface="Inter"/>
                <a:ea typeface="Inter"/>
                <a:cs typeface="Inter"/>
              </a:rPr>
              <a:t>Cited guidance for agents. Clear handoffs to people.</a:t>
            </a:r>
          </a:p>
        </p:txBody>
      </p:sp>
    </p:spTree>
    <p:extLst>
      <p:ext uri="{BB962C8B-B14F-4D97-AF65-F5344CB8AC3E}">
        <p14:creationId xmlns:p14="http://schemas.microsoft.com/office/powerpoint/2010/main" val="13385745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2026-10-18T08:34:52.9930000Z</dcterms:created>
  <dcterms:modified xsi:type="dcterms:W3CDTF">2026-10-18T08:34:52.9930000Z</dcterms:modified>
</coreProperties>
</file>